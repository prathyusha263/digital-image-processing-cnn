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5"/>
  </p:notesMasterIdLst>
  <p:sldIdLst>
    <p:sldId id="256" r:id="rId5"/>
    <p:sldId id="257" r:id="rId6"/>
    <p:sldId id="267" r:id="rId7"/>
    <p:sldId id="268" r:id="rId8"/>
    <p:sldId id="269" r:id="rId9"/>
    <p:sldId id="270" r:id="rId10"/>
    <p:sldId id="261" r:id="rId11"/>
    <p:sldId id="262" r:id="rId12"/>
    <p:sldId id="263" r:id="rId13"/>
    <p:sldId id="271" r:id="rId14"/>
    <p:sldId id="272" r:id="rId15"/>
    <p:sldId id="279" r:id="rId16"/>
    <p:sldId id="266" r:id="rId17"/>
    <p:sldId id="280" r:id="rId18"/>
    <p:sldId id="274" r:id="rId19"/>
    <p:sldId id="281" r:id="rId20"/>
    <p:sldId id="282" r:id="rId21"/>
    <p:sldId id="277" r:id="rId22"/>
    <p:sldId id="278" r:id="rId23"/>
    <p:sldId id="2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E489476-53C7-445E-98A6-0CC568D1813D}">
          <p14:sldIdLst>
            <p14:sldId id="256"/>
            <p14:sldId id="257"/>
            <p14:sldId id="267"/>
            <p14:sldId id="268"/>
            <p14:sldId id="269"/>
            <p14:sldId id="270"/>
            <p14:sldId id="261"/>
            <p14:sldId id="262"/>
            <p14:sldId id="263"/>
            <p14:sldId id="271"/>
            <p14:sldId id="272"/>
            <p14:sldId id="279"/>
            <p14:sldId id="266"/>
            <p14:sldId id="280"/>
            <p14:sldId id="274"/>
            <p14:sldId id="281"/>
            <p14:sldId id="282"/>
            <p14:sldId id="277"/>
            <p14:sldId id="278"/>
            <p14:sldId id="283"/>
          </p14:sldIdLst>
        </p14:section>
        <p14:section name="Untitled Section" id="{C6F06715-A4AE-4646-B5D2-3E7F80692E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D1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709C77-3C3B-4B0A-B5D9-2CFB67C8BEF3}"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EC01BA39-DF4B-4801-894C-722F34132AE8}">
      <dgm:prSet/>
      <dgm:spPr/>
      <dgm:t>
        <a:bodyPr/>
        <a:lstStyle/>
        <a:p>
          <a:r>
            <a:rPr lang="en-US" b="1" i="0" baseline="0"/>
            <a:t>Introduction &amp; Problem Statement</a:t>
          </a:r>
          <a:endParaRPr lang="en-US"/>
        </a:p>
      </dgm:t>
    </dgm:pt>
    <dgm:pt modelId="{45426403-A040-44F6-9331-0B92A3671EB6}" type="parTrans" cxnId="{16572D7F-D700-44B9-9BFC-C38F3C03A5AA}">
      <dgm:prSet/>
      <dgm:spPr/>
      <dgm:t>
        <a:bodyPr/>
        <a:lstStyle/>
        <a:p>
          <a:endParaRPr lang="en-US"/>
        </a:p>
      </dgm:t>
    </dgm:pt>
    <dgm:pt modelId="{696047E3-026B-47DF-88C0-BD68878D7EB4}" type="sibTrans" cxnId="{16572D7F-D700-44B9-9BFC-C38F3C03A5AA}">
      <dgm:prSet/>
      <dgm:spPr/>
      <dgm:t>
        <a:bodyPr/>
        <a:lstStyle/>
        <a:p>
          <a:endParaRPr lang="en-US"/>
        </a:p>
      </dgm:t>
    </dgm:pt>
    <dgm:pt modelId="{38260A95-A4C5-4912-9E92-353AEDEFCCD9}">
      <dgm:prSet/>
      <dgm:spPr/>
      <dgm:t>
        <a:bodyPr/>
        <a:lstStyle/>
        <a:p>
          <a:r>
            <a:rPr lang="en-US" b="1" i="0" baseline="0"/>
            <a:t>Motivation and Real-World Relevance</a:t>
          </a:r>
          <a:endParaRPr lang="en-US"/>
        </a:p>
      </dgm:t>
    </dgm:pt>
    <dgm:pt modelId="{CF610906-F516-4974-9F6D-731CC32A9693}" type="parTrans" cxnId="{CADECE41-F2F7-4A60-9329-E138B277EB5A}">
      <dgm:prSet/>
      <dgm:spPr/>
      <dgm:t>
        <a:bodyPr/>
        <a:lstStyle/>
        <a:p>
          <a:endParaRPr lang="en-US"/>
        </a:p>
      </dgm:t>
    </dgm:pt>
    <dgm:pt modelId="{44F63D63-3BF2-4F82-B063-1CB0AB4038AE}" type="sibTrans" cxnId="{CADECE41-F2F7-4A60-9329-E138B277EB5A}">
      <dgm:prSet/>
      <dgm:spPr/>
      <dgm:t>
        <a:bodyPr/>
        <a:lstStyle/>
        <a:p>
          <a:endParaRPr lang="en-US"/>
        </a:p>
      </dgm:t>
    </dgm:pt>
    <dgm:pt modelId="{2B34F525-297B-427A-B3DB-DDE713F4E74E}">
      <dgm:prSet/>
      <dgm:spPr/>
      <dgm:t>
        <a:bodyPr/>
        <a:lstStyle/>
        <a:p>
          <a:r>
            <a:rPr lang="en-US" b="1" i="0" baseline="0"/>
            <a:t>Objectives and Scope of the Project</a:t>
          </a:r>
          <a:endParaRPr lang="en-US"/>
        </a:p>
      </dgm:t>
    </dgm:pt>
    <dgm:pt modelId="{E85A0E1F-3DEC-4196-8F06-F5A0817E7412}" type="parTrans" cxnId="{9146E9A3-16DE-4E36-BB1F-DE4115C7BB6C}">
      <dgm:prSet/>
      <dgm:spPr/>
      <dgm:t>
        <a:bodyPr/>
        <a:lstStyle/>
        <a:p>
          <a:endParaRPr lang="en-US"/>
        </a:p>
      </dgm:t>
    </dgm:pt>
    <dgm:pt modelId="{D4D0DAAF-9C8D-40B5-894C-77077DEFE139}" type="sibTrans" cxnId="{9146E9A3-16DE-4E36-BB1F-DE4115C7BB6C}">
      <dgm:prSet/>
      <dgm:spPr/>
      <dgm:t>
        <a:bodyPr/>
        <a:lstStyle/>
        <a:p>
          <a:endParaRPr lang="en-US"/>
        </a:p>
      </dgm:t>
    </dgm:pt>
    <dgm:pt modelId="{BF4D179D-E126-45DF-885C-54D057DCDA46}">
      <dgm:prSet/>
      <dgm:spPr/>
      <dgm:t>
        <a:bodyPr/>
        <a:lstStyle/>
        <a:p>
          <a:r>
            <a:rPr lang="en-US" b="1" i="0" baseline="0"/>
            <a:t>Dataset Overview (CIFAR-10 Subset)</a:t>
          </a:r>
          <a:endParaRPr lang="en-US"/>
        </a:p>
      </dgm:t>
    </dgm:pt>
    <dgm:pt modelId="{C63BF0DD-A4E5-40E8-8170-4E523F8F875E}" type="parTrans" cxnId="{E174607A-42FB-45D9-8552-AE7EFF20E3B5}">
      <dgm:prSet/>
      <dgm:spPr/>
      <dgm:t>
        <a:bodyPr/>
        <a:lstStyle/>
        <a:p>
          <a:endParaRPr lang="en-US"/>
        </a:p>
      </dgm:t>
    </dgm:pt>
    <dgm:pt modelId="{C4399051-536A-48D2-AC42-07927FE60EC7}" type="sibTrans" cxnId="{E174607A-42FB-45D9-8552-AE7EFF20E3B5}">
      <dgm:prSet/>
      <dgm:spPr/>
      <dgm:t>
        <a:bodyPr/>
        <a:lstStyle/>
        <a:p>
          <a:endParaRPr lang="en-US"/>
        </a:p>
      </dgm:t>
    </dgm:pt>
    <dgm:pt modelId="{54A283F8-1ED7-4C64-8896-9EBFAA3D02E1}">
      <dgm:prSet/>
      <dgm:spPr/>
      <dgm:t>
        <a:bodyPr/>
        <a:lstStyle/>
        <a:p>
          <a:r>
            <a:rPr lang="en-US" b="1" i="0" baseline="0"/>
            <a:t>Data Split &amp; Folder Structure</a:t>
          </a:r>
          <a:endParaRPr lang="en-US"/>
        </a:p>
      </dgm:t>
    </dgm:pt>
    <dgm:pt modelId="{7184619B-451F-4F58-B482-EFDD8A4A0BD1}" type="parTrans" cxnId="{E9ACDBC6-B9C8-41A6-85AA-19F0B3D59A0C}">
      <dgm:prSet/>
      <dgm:spPr/>
      <dgm:t>
        <a:bodyPr/>
        <a:lstStyle/>
        <a:p>
          <a:endParaRPr lang="en-US"/>
        </a:p>
      </dgm:t>
    </dgm:pt>
    <dgm:pt modelId="{A09A2FE0-81A9-4547-94ED-1B05B02C90A0}" type="sibTrans" cxnId="{E9ACDBC6-B9C8-41A6-85AA-19F0B3D59A0C}">
      <dgm:prSet/>
      <dgm:spPr/>
      <dgm:t>
        <a:bodyPr/>
        <a:lstStyle/>
        <a:p>
          <a:endParaRPr lang="en-US"/>
        </a:p>
      </dgm:t>
    </dgm:pt>
    <dgm:pt modelId="{F483290E-6C16-4307-B21E-A454D1845854}">
      <dgm:prSet/>
      <dgm:spPr/>
      <dgm:t>
        <a:bodyPr/>
        <a:lstStyle/>
        <a:p>
          <a:r>
            <a:rPr lang="en-US" b="1" i="0" baseline="0"/>
            <a:t>Preprocessing: CLAHE and Normalization</a:t>
          </a:r>
          <a:endParaRPr lang="en-US"/>
        </a:p>
      </dgm:t>
    </dgm:pt>
    <dgm:pt modelId="{D9FC7E3B-2D6B-4C01-93BF-0F3B5C6968E0}" type="parTrans" cxnId="{7B8745FF-E85E-457F-A09A-87BDC2D5DBDC}">
      <dgm:prSet/>
      <dgm:spPr/>
      <dgm:t>
        <a:bodyPr/>
        <a:lstStyle/>
        <a:p>
          <a:endParaRPr lang="en-US"/>
        </a:p>
      </dgm:t>
    </dgm:pt>
    <dgm:pt modelId="{40016C05-FDB2-42F7-8489-C2FE925293AA}" type="sibTrans" cxnId="{7B8745FF-E85E-457F-A09A-87BDC2D5DBDC}">
      <dgm:prSet/>
      <dgm:spPr/>
      <dgm:t>
        <a:bodyPr/>
        <a:lstStyle/>
        <a:p>
          <a:endParaRPr lang="en-US"/>
        </a:p>
      </dgm:t>
    </dgm:pt>
    <dgm:pt modelId="{BFD52FB0-F992-4F14-92FC-F544FCB957CD}">
      <dgm:prSet/>
      <dgm:spPr/>
      <dgm:t>
        <a:bodyPr/>
        <a:lstStyle/>
        <a:p>
          <a:r>
            <a:rPr lang="en-US" b="1" i="0" baseline="0"/>
            <a:t>Data Augmentation Pipeline</a:t>
          </a:r>
          <a:endParaRPr lang="en-US"/>
        </a:p>
      </dgm:t>
    </dgm:pt>
    <dgm:pt modelId="{018A9C97-1EF8-443A-A252-9CF1B82F9C52}" type="parTrans" cxnId="{9419AAF9-85E9-45E6-BE1A-A171E571FDF8}">
      <dgm:prSet/>
      <dgm:spPr/>
      <dgm:t>
        <a:bodyPr/>
        <a:lstStyle/>
        <a:p>
          <a:endParaRPr lang="en-US"/>
        </a:p>
      </dgm:t>
    </dgm:pt>
    <dgm:pt modelId="{1570D8B6-7335-4FAB-855D-7AD16B127962}" type="sibTrans" cxnId="{9419AAF9-85E9-45E6-BE1A-A171E571FDF8}">
      <dgm:prSet/>
      <dgm:spPr/>
      <dgm:t>
        <a:bodyPr/>
        <a:lstStyle/>
        <a:p>
          <a:endParaRPr lang="en-US"/>
        </a:p>
      </dgm:t>
    </dgm:pt>
    <dgm:pt modelId="{B2032648-CE39-43A5-85D9-14C10B0F5A56}">
      <dgm:prSet/>
      <dgm:spPr/>
      <dgm:t>
        <a:bodyPr/>
        <a:lstStyle/>
        <a:p>
          <a:r>
            <a:rPr lang="en-US" b="1" i="0" baseline="0"/>
            <a:t>Proposed Lightweight CNN Architecture</a:t>
          </a:r>
          <a:endParaRPr lang="en-US"/>
        </a:p>
      </dgm:t>
    </dgm:pt>
    <dgm:pt modelId="{D72958FE-CA6A-4F74-9116-ED6ED3141AFA}" type="parTrans" cxnId="{897F32D6-049F-4886-A59E-A74EC55B4257}">
      <dgm:prSet/>
      <dgm:spPr/>
      <dgm:t>
        <a:bodyPr/>
        <a:lstStyle/>
        <a:p>
          <a:endParaRPr lang="en-US"/>
        </a:p>
      </dgm:t>
    </dgm:pt>
    <dgm:pt modelId="{8972F882-C7F7-410D-8343-EBEABC712C04}" type="sibTrans" cxnId="{897F32D6-049F-4886-A59E-A74EC55B4257}">
      <dgm:prSet/>
      <dgm:spPr/>
      <dgm:t>
        <a:bodyPr/>
        <a:lstStyle/>
        <a:p>
          <a:endParaRPr lang="en-US"/>
        </a:p>
      </dgm:t>
    </dgm:pt>
    <dgm:pt modelId="{047EB9C5-06CB-475F-A5FD-B3B5B9FBB682}">
      <dgm:prSet/>
      <dgm:spPr/>
      <dgm:t>
        <a:bodyPr/>
        <a:lstStyle/>
        <a:p>
          <a:r>
            <a:rPr lang="en-US" b="1" i="0" baseline="0"/>
            <a:t>Implementation Flow (End-to-End Pipeline)</a:t>
          </a:r>
          <a:endParaRPr lang="en-US"/>
        </a:p>
      </dgm:t>
    </dgm:pt>
    <dgm:pt modelId="{5691B4CF-5DF9-4A58-8A40-5D5FE76C8E05}" type="parTrans" cxnId="{AEE214BE-91D1-4AF5-B511-DD5A6B86A62A}">
      <dgm:prSet/>
      <dgm:spPr/>
      <dgm:t>
        <a:bodyPr/>
        <a:lstStyle/>
        <a:p>
          <a:endParaRPr lang="en-US"/>
        </a:p>
      </dgm:t>
    </dgm:pt>
    <dgm:pt modelId="{BA03003F-2F8A-499B-9AEA-02DE1015553E}" type="sibTrans" cxnId="{AEE214BE-91D1-4AF5-B511-DD5A6B86A62A}">
      <dgm:prSet/>
      <dgm:spPr/>
      <dgm:t>
        <a:bodyPr/>
        <a:lstStyle/>
        <a:p>
          <a:endParaRPr lang="en-US"/>
        </a:p>
      </dgm:t>
    </dgm:pt>
    <dgm:pt modelId="{1DB41FE7-D719-44C4-A3FF-9B3C287A1BC2}">
      <dgm:prSet/>
      <dgm:spPr/>
      <dgm:t>
        <a:bodyPr/>
        <a:lstStyle/>
        <a:p>
          <a:r>
            <a:rPr lang="en-US" b="1" i="0" baseline="0"/>
            <a:t>Training Setup &amp; Hyperparameters</a:t>
          </a:r>
          <a:endParaRPr lang="en-US"/>
        </a:p>
      </dgm:t>
    </dgm:pt>
    <dgm:pt modelId="{D6362ACB-802B-4C06-90F4-FEF8B3E68769}" type="parTrans" cxnId="{80F33247-4F2E-4268-A27F-C1A6805ADE34}">
      <dgm:prSet/>
      <dgm:spPr/>
      <dgm:t>
        <a:bodyPr/>
        <a:lstStyle/>
        <a:p>
          <a:endParaRPr lang="en-US"/>
        </a:p>
      </dgm:t>
    </dgm:pt>
    <dgm:pt modelId="{88A5A722-8CFF-4389-86FA-74836DFCD8FD}" type="sibTrans" cxnId="{80F33247-4F2E-4268-A27F-C1A6805ADE34}">
      <dgm:prSet/>
      <dgm:spPr/>
      <dgm:t>
        <a:bodyPr/>
        <a:lstStyle/>
        <a:p>
          <a:endParaRPr lang="en-US"/>
        </a:p>
      </dgm:t>
    </dgm:pt>
    <dgm:pt modelId="{0BA488BB-0874-43A2-A926-FDD59D5CA59F}">
      <dgm:prSet/>
      <dgm:spPr/>
      <dgm:t>
        <a:bodyPr/>
        <a:lstStyle/>
        <a:p>
          <a:r>
            <a:rPr lang="en-US" b="1" i="0" baseline="0"/>
            <a:t>Callbacks &amp; Regularization Strategy</a:t>
          </a:r>
          <a:endParaRPr lang="en-US"/>
        </a:p>
      </dgm:t>
    </dgm:pt>
    <dgm:pt modelId="{ADE8C335-7E2A-4772-85D5-B875C9DC5351}" type="parTrans" cxnId="{A720127F-06AB-4581-BEC2-BD835186D285}">
      <dgm:prSet/>
      <dgm:spPr/>
      <dgm:t>
        <a:bodyPr/>
        <a:lstStyle/>
        <a:p>
          <a:endParaRPr lang="en-US"/>
        </a:p>
      </dgm:t>
    </dgm:pt>
    <dgm:pt modelId="{0087CDE1-2CF9-48ED-8C0C-992F71B6D031}" type="sibTrans" cxnId="{A720127F-06AB-4581-BEC2-BD835186D285}">
      <dgm:prSet/>
      <dgm:spPr/>
      <dgm:t>
        <a:bodyPr/>
        <a:lstStyle/>
        <a:p>
          <a:endParaRPr lang="en-US"/>
        </a:p>
      </dgm:t>
    </dgm:pt>
    <dgm:pt modelId="{4DD6692C-35CC-4C17-884A-D85D046F7822}">
      <dgm:prSet/>
      <dgm:spPr/>
      <dgm:t>
        <a:bodyPr/>
        <a:lstStyle/>
        <a:p>
          <a:r>
            <a:rPr lang="en-US" b="1" i="0" baseline="0"/>
            <a:t>Results: Training &amp; Validation Curves</a:t>
          </a:r>
          <a:endParaRPr lang="en-US"/>
        </a:p>
      </dgm:t>
    </dgm:pt>
    <dgm:pt modelId="{9D27F618-94C8-4B7B-9365-14B28AE9BB8E}" type="parTrans" cxnId="{43C4597F-045C-4EF8-BFFD-29F696889A32}">
      <dgm:prSet/>
      <dgm:spPr/>
      <dgm:t>
        <a:bodyPr/>
        <a:lstStyle/>
        <a:p>
          <a:endParaRPr lang="en-US"/>
        </a:p>
      </dgm:t>
    </dgm:pt>
    <dgm:pt modelId="{877FB7C8-7C10-4870-959F-C1B720052C6F}" type="sibTrans" cxnId="{43C4597F-045C-4EF8-BFFD-29F696889A32}">
      <dgm:prSet/>
      <dgm:spPr/>
      <dgm:t>
        <a:bodyPr/>
        <a:lstStyle/>
        <a:p>
          <a:endParaRPr lang="en-US"/>
        </a:p>
      </dgm:t>
    </dgm:pt>
    <dgm:pt modelId="{332B417A-77F4-4F0C-BF3F-B38DB0249FC5}">
      <dgm:prSet/>
      <dgm:spPr/>
      <dgm:t>
        <a:bodyPr/>
        <a:lstStyle/>
        <a:p>
          <a:r>
            <a:rPr lang="en-US" b="1" i="0" baseline="0"/>
            <a:t>Results: Test Metrics (Accuracy, Precision, Recall, F1)</a:t>
          </a:r>
          <a:endParaRPr lang="en-US"/>
        </a:p>
      </dgm:t>
    </dgm:pt>
    <dgm:pt modelId="{5BCB88B5-5BFC-4D7A-836A-EB3C13CC4009}" type="parTrans" cxnId="{A05CE92B-928C-47D8-98FE-83C4CEB7A6A4}">
      <dgm:prSet/>
      <dgm:spPr/>
      <dgm:t>
        <a:bodyPr/>
        <a:lstStyle/>
        <a:p>
          <a:endParaRPr lang="en-US"/>
        </a:p>
      </dgm:t>
    </dgm:pt>
    <dgm:pt modelId="{A74A2DF8-65C7-4EE3-8ED3-52F3755D2CF1}" type="sibTrans" cxnId="{A05CE92B-928C-47D8-98FE-83C4CEB7A6A4}">
      <dgm:prSet/>
      <dgm:spPr/>
      <dgm:t>
        <a:bodyPr/>
        <a:lstStyle/>
        <a:p>
          <a:endParaRPr lang="en-US"/>
        </a:p>
      </dgm:t>
    </dgm:pt>
    <dgm:pt modelId="{8879FEEE-F439-401D-98B9-FE25E5C15235}">
      <dgm:prSet/>
      <dgm:spPr/>
      <dgm:t>
        <a:bodyPr/>
        <a:lstStyle/>
        <a:p>
          <a:r>
            <a:rPr lang="en-US" b="1" i="0" baseline="0"/>
            <a:t>Confusion Matrix &amp; Class-wise Performance</a:t>
          </a:r>
          <a:endParaRPr lang="en-US"/>
        </a:p>
      </dgm:t>
    </dgm:pt>
    <dgm:pt modelId="{98E2A369-4551-48E0-B5F8-580F5146D56B}" type="parTrans" cxnId="{BA2109CC-CA4D-4715-99F8-703626D0A6EB}">
      <dgm:prSet/>
      <dgm:spPr/>
      <dgm:t>
        <a:bodyPr/>
        <a:lstStyle/>
        <a:p>
          <a:endParaRPr lang="en-US"/>
        </a:p>
      </dgm:t>
    </dgm:pt>
    <dgm:pt modelId="{5D70504C-7205-4E5A-8C85-F91E2C06FBF5}" type="sibTrans" cxnId="{BA2109CC-CA4D-4715-99F8-703626D0A6EB}">
      <dgm:prSet/>
      <dgm:spPr/>
      <dgm:t>
        <a:bodyPr/>
        <a:lstStyle/>
        <a:p>
          <a:endParaRPr lang="en-US"/>
        </a:p>
      </dgm:t>
    </dgm:pt>
    <dgm:pt modelId="{2C7EA084-99E3-48F0-AF0F-516DAA7976CF}">
      <dgm:prSet/>
      <dgm:spPr/>
      <dgm:t>
        <a:bodyPr/>
        <a:lstStyle/>
        <a:p>
          <a:r>
            <a:rPr lang="en-US" b="1" i="0" baseline="0"/>
            <a:t>Feature Map Visualizations &amp; Interpretability</a:t>
          </a:r>
          <a:endParaRPr lang="en-US"/>
        </a:p>
      </dgm:t>
    </dgm:pt>
    <dgm:pt modelId="{B756B59F-804F-426F-BAE6-FF14A8D102B7}" type="parTrans" cxnId="{60F37D73-BBB9-4313-AB7D-FE0E556D5134}">
      <dgm:prSet/>
      <dgm:spPr/>
      <dgm:t>
        <a:bodyPr/>
        <a:lstStyle/>
        <a:p>
          <a:endParaRPr lang="en-US"/>
        </a:p>
      </dgm:t>
    </dgm:pt>
    <dgm:pt modelId="{4ECD6D31-D03E-439C-BB2A-8786214F47AC}" type="sibTrans" cxnId="{60F37D73-BBB9-4313-AB7D-FE0E556D5134}">
      <dgm:prSet/>
      <dgm:spPr/>
      <dgm:t>
        <a:bodyPr/>
        <a:lstStyle/>
        <a:p>
          <a:endParaRPr lang="en-US"/>
        </a:p>
      </dgm:t>
    </dgm:pt>
    <dgm:pt modelId="{CB9399D7-7C21-4084-92FE-BA9DBC6C2668}">
      <dgm:prSet/>
      <dgm:spPr/>
      <dgm:t>
        <a:bodyPr/>
        <a:lstStyle/>
        <a:p>
          <a:r>
            <a:rPr lang="en-US" b="1" i="0" baseline="0"/>
            <a:t>Discussion: Insights &amp; Observations</a:t>
          </a:r>
          <a:endParaRPr lang="en-US"/>
        </a:p>
      </dgm:t>
    </dgm:pt>
    <dgm:pt modelId="{D2672544-36B0-4702-8625-8569AAED69C7}" type="parTrans" cxnId="{870A196F-7B56-41F9-98D2-FC15F903F284}">
      <dgm:prSet/>
      <dgm:spPr/>
      <dgm:t>
        <a:bodyPr/>
        <a:lstStyle/>
        <a:p>
          <a:endParaRPr lang="en-US"/>
        </a:p>
      </dgm:t>
    </dgm:pt>
    <dgm:pt modelId="{C17046E1-10AB-4AA0-BB95-05FB213C41CB}" type="sibTrans" cxnId="{870A196F-7B56-41F9-98D2-FC15F903F284}">
      <dgm:prSet/>
      <dgm:spPr/>
      <dgm:t>
        <a:bodyPr/>
        <a:lstStyle/>
        <a:p>
          <a:endParaRPr lang="en-US"/>
        </a:p>
      </dgm:t>
    </dgm:pt>
    <dgm:pt modelId="{26BB9F30-FD4E-40F8-81CE-D96A6866B331}">
      <dgm:prSet/>
      <dgm:spPr/>
      <dgm:t>
        <a:bodyPr/>
        <a:lstStyle/>
        <a:p>
          <a:r>
            <a:rPr lang="en-US" b="1" i="0" baseline="0"/>
            <a:t>Challenges &amp; Limitations</a:t>
          </a:r>
          <a:endParaRPr lang="en-US"/>
        </a:p>
      </dgm:t>
    </dgm:pt>
    <dgm:pt modelId="{D3D7B873-F6A7-472F-A9B4-F10BD55752B4}" type="parTrans" cxnId="{E0310256-BCC1-4B49-B5B1-9E973EE3D443}">
      <dgm:prSet/>
      <dgm:spPr/>
      <dgm:t>
        <a:bodyPr/>
        <a:lstStyle/>
        <a:p>
          <a:endParaRPr lang="en-US"/>
        </a:p>
      </dgm:t>
    </dgm:pt>
    <dgm:pt modelId="{6AA3B18B-9BBA-4952-ABF5-408688AF2388}" type="sibTrans" cxnId="{E0310256-BCC1-4B49-B5B1-9E973EE3D443}">
      <dgm:prSet/>
      <dgm:spPr/>
      <dgm:t>
        <a:bodyPr/>
        <a:lstStyle/>
        <a:p>
          <a:endParaRPr lang="en-US"/>
        </a:p>
      </dgm:t>
    </dgm:pt>
    <dgm:pt modelId="{DBC3DDE1-DC6E-4DD7-A1B4-42FD2D9A7AE8}">
      <dgm:prSet/>
      <dgm:spPr/>
      <dgm:t>
        <a:bodyPr/>
        <a:lstStyle/>
        <a:p>
          <a:r>
            <a:rPr lang="en-US" b="1" i="0" baseline="0"/>
            <a:t>Future Work &amp; Conclusion</a:t>
          </a:r>
          <a:endParaRPr lang="en-US"/>
        </a:p>
      </dgm:t>
    </dgm:pt>
    <dgm:pt modelId="{CA12CB00-E258-439E-8BDF-C9176B87EB5F}" type="parTrans" cxnId="{A95F8D6E-3857-461B-B433-52E11D7CFABA}">
      <dgm:prSet/>
      <dgm:spPr/>
      <dgm:t>
        <a:bodyPr/>
        <a:lstStyle/>
        <a:p>
          <a:endParaRPr lang="en-US"/>
        </a:p>
      </dgm:t>
    </dgm:pt>
    <dgm:pt modelId="{96FF139F-2BAB-41FB-9BB5-E1C7E06CB9CE}" type="sibTrans" cxnId="{A95F8D6E-3857-461B-B433-52E11D7CFABA}">
      <dgm:prSet/>
      <dgm:spPr/>
      <dgm:t>
        <a:bodyPr/>
        <a:lstStyle/>
        <a:p>
          <a:endParaRPr lang="en-US"/>
        </a:p>
      </dgm:t>
    </dgm:pt>
    <dgm:pt modelId="{15BA5CC9-ACB2-4335-988D-2063616298EB}" type="pres">
      <dgm:prSet presAssocID="{37709C77-3C3B-4B0A-B5D9-2CFB67C8BEF3}" presName="Name0" presStyleCnt="0">
        <dgm:presLayoutVars>
          <dgm:dir/>
          <dgm:resizeHandles val="exact"/>
        </dgm:presLayoutVars>
      </dgm:prSet>
      <dgm:spPr/>
    </dgm:pt>
    <dgm:pt modelId="{83C0C7AA-98E8-4F3A-86B5-61E3489D960D}" type="pres">
      <dgm:prSet presAssocID="{EC01BA39-DF4B-4801-894C-722F34132AE8}" presName="node" presStyleLbl="node1" presStyleIdx="0" presStyleCnt="18">
        <dgm:presLayoutVars>
          <dgm:bulletEnabled val="1"/>
        </dgm:presLayoutVars>
      </dgm:prSet>
      <dgm:spPr/>
    </dgm:pt>
    <dgm:pt modelId="{D5BE9198-D737-4A30-B61A-83C5AB7DD56C}" type="pres">
      <dgm:prSet presAssocID="{696047E3-026B-47DF-88C0-BD68878D7EB4}" presName="sibTrans" presStyleLbl="sibTrans1D1" presStyleIdx="0" presStyleCnt="17"/>
      <dgm:spPr/>
    </dgm:pt>
    <dgm:pt modelId="{2ABF84D9-0717-44B7-B968-076AD97A062C}" type="pres">
      <dgm:prSet presAssocID="{696047E3-026B-47DF-88C0-BD68878D7EB4}" presName="connectorText" presStyleLbl="sibTrans1D1" presStyleIdx="0" presStyleCnt="17"/>
      <dgm:spPr/>
    </dgm:pt>
    <dgm:pt modelId="{B4C94532-B92B-46F4-9934-CE4273FCD102}" type="pres">
      <dgm:prSet presAssocID="{38260A95-A4C5-4912-9E92-353AEDEFCCD9}" presName="node" presStyleLbl="node1" presStyleIdx="1" presStyleCnt="18">
        <dgm:presLayoutVars>
          <dgm:bulletEnabled val="1"/>
        </dgm:presLayoutVars>
      </dgm:prSet>
      <dgm:spPr/>
    </dgm:pt>
    <dgm:pt modelId="{9CB7A47C-E6AB-4738-9D9B-FF40FF02B5EA}" type="pres">
      <dgm:prSet presAssocID="{44F63D63-3BF2-4F82-B063-1CB0AB4038AE}" presName="sibTrans" presStyleLbl="sibTrans1D1" presStyleIdx="1" presStyleCnt="17"/>
      <dgm:spPr/>
    </dgm:pt>
    <dgm:pt modelId="{1965EC84-4CBC-46DC-8F3E-D44EA821BA67}" type="pres">
      <dgm:prSet presAssocID="{44F63D63-3BF2-4F82-B063-1CB0AB4038AE}" presName="connectorText" presStyleLbl="sibTrans1D1" presStyleIdx="1" presStyleCnt="17"/>
      <dgm:spPr/>
    </dgm:pt>
    <dgm:pt modelId="{50CA56A3-5DDC-4937-BBDB-BC07024406B2}" type="pres">
      <dgm:prSet presAssocID="{2B34F525-297B-427A-B3DB-DDE713F4E74E}" presName="node" presStyleLbl="node1" presStyleIdx="2" presStyleCnt="18">
        <dgm:presLayoutVars>
          <dgm:bulletEnabled val="1"/>
        </dgm:presLayoutVars>
      </dgm:prSet>
      <dgm:spPr/>
    </dgm:pt>
    <dgm:pt modelId="{C29DE9F0-45FC-4992-BBBC-F8A8238BA8D3}" type="pres">
      <dgm:prSet presAssocID="{D4D0DAAF-9C8D-40B5-894C-77077DEFE139}" presName="sibTrans" presStyleLbl="sibTrans1D1" presStyleIdx="2" presStyleCnt="17"/>
      <dgm:spPr/>
    </dgm:pt>
    <dgm:pt modelId="{F78F5925-581C-4A1C-9DAE-CE485CDCCB06}" type="pres">
      <dgm:prSet presAssocID="{D4D0DAAF-9C8D-40B5-894C-77077DEFE139}" presName="connectorText" presStyleLbl="sibTrans1D1" presStyleIdx="2" presStyleCnt="17"/>
      <dgm:spPr/>
    </dgm:pt>
    <dgm:pt modelId="{1D7FC053-BA7F-46EC-9948-1E5F8AB4156D}" type="pres">
      <dgm:prSet presAssocID="{BF4D179D-E126-45DF-885C-54D057DCDA46}" presName="node" presStyleLbl="node1" presStyleIdx="3" presStyleCnt="18">
        <dgm:presLayoutVars>
          <dgm:bulletEnabled val="1"/>
        </dgm:presLayoutVars>
      </dgm:prSet>
      <dgm:spPr/>
    </dgm:pt>
    <dgm:pt modelId="{0251787B-9499-4407-9B7E-3A71BF43B21B}" type="pres">
      <dgm:prSet presAssocID="{C4399051-536A-48D2-AC42-07927FE60EC7}" presName="sibTrans" presStyleLbl="sibTrans1D1" presStyleIdx="3" presStyleCnt="17"/>
      <dgm:spPr/>
    </dgm:pt>
    <dgm:pt modelId="{0DE54C2A-9384-4BE5-AB7B-CF19C96FF0BF}" type="pres">
      <dgm:prSet presAssocID="{C4399051-536A-48D2-AC42-07927FE60EC7}" presName="connectorText" presStyleLbl="sibTrans1D1" presStyleIdx="3" presStyleCnt="17"/>
      <dgm:spPr/>
    </dgm:pt>
    <dgm:pt modelId="{C6C5AA91-779A-4133-84EB-B404FE033182}" type="pres">
      <dgm:prSet presAssocID="{54A283F8-1ED7-4C64-8896-9EBFAA3D02E1}" presName="node" presStyleLbl="node1" presStyleIdx="4" presStyleCnt="18">
        <dgm:presLayoutVars>
          <dgm:bulletEnabled val="1"/>
        </dgm:presLayoutVars>
      </dgm:prSet>
      <dgm:spPr/>
    </dgm:pt>
    <dgm:pt modelId="{41C9E0AB-A988-4BB1-B4C5-4EEEC731D26B}" type="pres">
      <dgm:prSet presAssocID="{A09A2FE0-81A9-4547-94ED-1B05B02C90A0}" presName="sibTrans" presStyleLbl="sibTrans1D1" presStyleIdx="4" presStyleCnt="17"/>
      <dgm:spPr/>
    </dgm:pt>
    <dgm:pt modelId="{1F4ACE8D-9DD4-4603-B9C9-FE4C5B6867B7}" type="pres">
      <dgm:prSet presAssocID="{A09A2FE0-81A9-4547-94ED-1B05B02C90A0}" presName="connectorText" presStyleLbl="sibTrans1D1" presStyleIdx="4" presStyleCnt="17"/>
      <dgm:spPr/>
    </dgm:pt>
    <dgm:pt modelId="{4BC797E5-7801-4A22-B47B-5260696946B0}" type="pres">
      <dgm:prSet presAssocID="{F483290E-6C16-4307-B21E-A454D1845854}" presName="node" presStyleLbl="node1" presStyleIdx="5" presStyleCnt="18">
        <dgm:presLayoutVars>
          <dgm:bulletEnabled val="1"/>
        </dgm:presLayoutVars>
      </dgm:prSet>
      <dgm:spPr/>
    </dgm:pt>
    <dgm:pt modelId="{AF1618C1-EC98-485E-89C0-F4C7EE7D4619}" type="pres">
      <dgm:prSet presAssocID="{40016C05-FDB2-42F7-8489-C2FE925293AA}" presName="sibTrans" presStyleLbl="sibTrans1D1" presStyleIdx="5" presStyleCnt="17"/>
      <dgm:spPr/>
    </dgm:pt>
    <dgm:pt modelId="{B439D9D4-F721-48C7-B45B-7AB155DC5B92}" type="pres">
      <dgm:prSet presAssocID="{40016C05-FDB2-42F7-8489-C2FE925293AA}" presName="connectorText" presStyleLbl="sibTrans1D1" presStyleIdx="5" presStyleCnt="17"/>
      <dgm:spPr/>
    </dgm:pt>
    <dgm:pt modelId="{F78A05A6-F3A2-4E71-BE66-A00697588EAE}" type="pres">
      <dgm:prSet presAssocID="{BFD52FB0-F992-4F14-92FC-F544FCB957CD}" presName="node" presStyleLbl="node1" presStyleIdx="6" presStyleCnt="18">
        <dgm:presLayoutVars>
          <dgm:bulletEnabled val="1"/>
        </dgm:presLayoutVars>
      </dgm:prSet>
      <dgm:spPr/>
    </dgm:pt>
    <dgm:pt modelId="{284846A9-F4F1-4E4C-AC52-73A5B4E421B0}" type="pres">
      <dgm:prSet presAssocID="{1570D8B6-7335-4FAB-855D-7AD16B127962}" presName="sibTrans" presStyleLbl="sibTrans1D1" presStyleIdx="6" presStyleCnt="17"/>
      <dgm:spPr/>
    </dgm:pt>
    <dgm:pt modelId="{ACB16934-0A04-4DC4-BFD5-6D33680B41D6}" type="pres">
      <dgm:prSet presAssocID="{1570D8B6-7335-4FAB-855D-7AD16B127962}" presName="connectorText" presStyleLbl="sibTrans1D1" presStyleIdx="6" presStyleCnt="17"/>
      <dgm:spPr/>
    </dgm:pt>
    <dgm:pt modelId="{EE9F3108-17B2-4D8D-BFFA-AD6FB7147D56}" type="pres">
      <dgm:prSet presAssocID="{B2032648-CE39-43A5-85D9-14C10B0F5A56}" presName="node" presStyleLbl="node1" presStyleIdx="7" presStyleCnt="18">
        <dgm:presLayoutVars>
          <dgm:bulletEnabled val="1"/>
        </dgm:presLayoutVars>
      </dgm:prSet>
      <dgm:spPr/>
    </dgm:pt>
    <dgm:pt modelId="{ED437D16-0732-450A-951E-08BC1B070A67}" type="pres">
      <dgm:prSet presAssocID="{8972F882-C7F7-410D-8343-EBEABC712C04}" presName="sibTrans" presStyleLbl="sibTrans1D1" presStyleIdx="7" presStyleCnt="17"/>
      <dgm:spPr/>
    </dgm:pt>
    <dgm:pt modelId="{725A1747-E170-450C-AB76-C96EB3E5E5F9}" type="pres">
      <dgm:prSet presAssocID="{8972F882-C7F7-410D-8343-EBEABC712C04}" presName="connectorText" presStyleLbl="sibTrans1D1" presStyleIdx="7" presStyleCnt="17"/>
      <dgm:spPr/>
    </dgm:pt>
    <dgm:pt modelId="{0F97A913-78A3-4E38-B02C-4BD0F9CA7348}" type="pres">
      <dgm:prSet presAssocID="{047EB9C5-06CB-475F-A5FD-B3B5B9FBB682}" presName="node" presStyleLbl="node1" presStyleIdx="8" presStyleCnt="18">
        <dgm:presLayoutVars>
          <dgm:bulletEnabled val="1"/>
        </dgm:presLayoutVars>
      </dgm:prSet>
      <dgm:spPr/>
    </dgm:pt>
    <dgm:pt modelId="{F34FA402-84A2-4130-89D1-28A66279A83B}" type="pres">
      <dgm:prSet presAssocID="{BA03003F-2F8A-499B-9AEA-02DE1015553E}" presName="sibTrans" presStyleLbl="sibTrans1D1" presStyleIdx="8" presStyleCnt="17"/>
      <dgm:spPr/>
    </dgm:pt>
    <dgm:pt modelId="{4816EE9F-1B8C-49AF-B628-4240178A4341}" type="pres">
      <dgm:prSet presAssocID="{BA03003F-2F8A-499B-9AEA-02DE1015553E}" presName="connectorText" presStyleLbl="sibTrans1D1" presStyleIdx="8" presStyleCnt="17"/>
      <dgm:spPr/>
    </dgm:pt>
    <dgm:pt modelId="{14C17F6B-5EA4-4A12-985C-103016D27C4E}" type="pres">
      <dgm:prSet presAssocID="{1DB41FE7-D719-44C4-A3FF-9B3C287A1BC2}" presName="node" presStyleLbl="node1" presStyleIdx="9" presStyleCnt="18">
        <dgm:presLayoutVars>
          <dgm:bulletEnabled val="1"/>
        </dgm:presLayoutVars>
      </dgm:prSet>
      <dgm:spPr/>
    </dgm:pt>
    <dgm:pt modelId="{DE7ABA8C-6E0D-4D31-83B3-4C5C9B347F6E}" type="pres">
      <dgm:prSet presAssocID="{88A5A722-8CFF-4389-86FA-74836DFCD8FD}" presName="sibTrans" presStyleLbl="sibTrans1D1" presStyleIdx="9" presStyleCnt="17"/>
      <dgm:spPr/>
    </dgm:pt>
    <dgm:pt modelId="{FB613A0D-307D-459F-BFA1-50E7A7844A92}" type="pres">
      <dgm:prSet presAssocID="{88A5A722-8CFF-4389-86FA-74836DFCD8FD}" presName="connectorText" presStyleLbl="sibTrans1D1" presStyleIdx="9" presStyleCnt="17"/>
      <dgm:spPr/>
    </dgm:pt>
    <dgm:pt modelId="{D422626F-2097-48FD-8423-9882533959E1}" type="pres">
      <dgm:prSet presAssocID="{0BA488BB-0874-43A2-A926-FDD59D5CA59F}" presName="node" presStyleLbl="node1" presStyleIdx="10" presStyleCnt="18">
        <dgm:presLayoutVars>
          <dgm:bulletEnabled val="1"/>
        </dgm:presLayoutVars>
      </dgm:prSet>
      <dgm:spPr/>
    </dgm:pt>
    <dgm:pt modelId="{2CEC1DB6-24C9-4325-AB6A-B87D3B22B29C}" type="pres">
      <dgm:prSet presAssocID="{0087CDE1-2CF9-48ED-8C0C-992F71B6D031}" presName="sibTrans" presStyleLbl="sibTrans1D1" presStyleIdx="10" presStyleCnt="17"/>
      <dgm:spPr/>
    </dgm:pt>
    <dgm:pt modelId="{EC4FCB51-04D6-4E44-B64A-26E811E5CA3B}" type="pres">
      <dgm:prSet presAssocID="{0087CDE1-2CF9-48ED-8C0C-992F71B6D031}" presName="connectorText" presStyleLbl="sibTrans1D1" presStyleIdx="10" presStyleCnt="17"/>
      <dgm:spPr/>
    </dgm:pt>
    <dgm:pt modelId="{49E7CC43-58BF-4273-AC82-F1681B5DB91C}" type="pres">
      <dgm:prSet presAssocID="{4DD6692C-35CC-4C17-884A-D85D046F7822}" presName="node" presStyleLbl="node1" presStyleIdx="11" presStyleCnt="18">
        <dgm:presLayoutVars>
          <dgm:bulletEnabled val="1"/>
        </dgm:presLayoutVars>
      </dgm:prSet>
      <dgm:spPr/>
    </dgm:pt>
    <dgm:pt modelId="{21474C38-8CF8-4DA0-AFE7-CBCD82FB29E6}" type="pres">
      <dgm:prSet presAssocID="{877FB7C8-7C10-4870-959F-C1B720052C6F}" presName="sibTrans" presStyleLbl="sibTrans1D1" presStyleIdx="11" presStyleCnt="17"/>
      <dgm:spPr/>
    </dgm:pt>
    <dgm:pt modelId="{98EC1B22-9EF4-4697-8945-C143DFCC2005}" type="pres">
      <dgm:prSet presAssocID="{877FB7C8-7C10-4870-959F-C1B720052C6F}" presName="connectorText" presStyleLbl="sibTrans1D1" presStyleIdx="11" presStyleCnt="17"/>
      <dgm:spPr/>
    </dgm:pt>
    <dgm:pt modelId="{4744F8E8-8B17-49CA-A626-ABBE3CC6B358}" type="pres">
      <dgm:prSet presAssocID="{332B417A-77F4-4F0C-BF3F-B38DB0249FC5}" presName="node" presStyleLbl="node1" presStyleIdx="12" presStyleCnt="18">
        <dgm:presLayoutVars>
          <dgm:bulletEnabled val="1"/>
        </dgm:presLayoutVars>
      </dgm:prSet>
      <dgm:spPr/>
    </dgm:pt>
    <dgm:pt modelId="{0933013C-FEDB-4659-81EF-ECA38C2C73EC}" type="pres">
      <dgm:prSet presAssocID="{A74A2DF8-65C7-4EE3-8ED3-52F3755D2CF1}" presName="sibTrans" presStyleLbl="sibTrans1D1" presStyleIdx="12" presStyleCnt="17"/>
      <dgm:spPr/>
    </dgm:pt>
    <dgm:pt modelId="{8EB2B8ED-A42E-4502-BE54-D615B44BDE8D}" type="pres">
      <dgm:prSet presAssocID="{A74A2DF8-65C7-4EE3-8ED3-52F3755D2CF1}" presName="connectorText" presStyleLbl="sibTrans1D1" presStyleIdx="12" presStyleCnt="17"/>
      <dgm:spPr/>
    </dgm:pt>
    <dgm:pt modelId="{D9796536-4BAF-4237-9630-F685D4065BA0}" type="pres">
      <dgm:prSet presAssocID="{8879FEEE-F439-401D-98B9-FE25E5C15235}" presName="node" presStyleLbl="node1" presStyleIdx="13" presStyleCnt="18">
        <dgm:presLayoutVars>
          <dgm:bulletEnabled val="1"/>
        </dgm:presLayoutVars>
      </dgm:prSet>
      <dgm:spPr/>
    </dgm:pt>
    <dgm:pt modelId="{88CB2537-FC01-4301-B442-A9C0EDC48389}" type="pres">
      <dgm:prSet presAssocID="{5D70504C-7205-4E5A-8C85-F91E2C06FBF5}" presName="sibTrans" presStyleLbl="sibTrans1D1" presStyleIdx="13" presStyleCnt="17"/>
      <dgm:spPr/>
    </dgm:pt>
    <dgm:pt modelId="{39E3FB3B-4F53-444C-A37E-A5C2BBBE3C12}" type="pres">
      <dgm:prSet presAssocID="{5D70504C-7205-4E5A-8C85-F91E2C06FBF5}" presName="connectorText" presStyleLbl="sibTrans1D1" presStyleIdx="13" presStyleCnt="17"/>
      <dgm:spPr/>
    </dgm:pt>
    <dgm:pt modelId="{CBF5413D-BBD0-4913-BCF4-AE902412A5CB}" type="pres">
      <dgm:prSet presAssocID="{2C7EA084-99E3-48F0-AF0F-516DAA7976CF}" presName="node" presStyleLbl="node1" presStyleIdx="14" presStyleCnt="18">
        <dgm:presLayoutVars>
          <dgm:bulletEnabled val="1"/>
        </dgm:presLayoutVars>
      </dgm:prSet>
      <dgm:spPr/>
    </dgm:pt>
    <dgm:pt modelId="{67A28425-1852-4B39-A917-31A702F2703C}" type="pres">
      <dgm:prSet presAssocID="{4ECD6D31-D03E-439C-BB2A-8786214F47AC}" presName="sibTrans" presStyleLbl="sibTrans1D1" presStyleIdx="14" presStyleCnt="17"/>
      <dgm:spPr/>
    </dgm:pt>
    <dgm:pt modelId="{D097F8D7-86DF-4530-80ED-E3A6DB74C4DF}" type="pres">
      <dgm:prSet presAssocID="{4ECD6D31-D03E-439C-BB2A-8786214F47AC}" presName="connectorText" presStyleLbl="sibTrans1D1" presStyleIdx="14" presStyleCnt="17"/>
      <dgm:spPr/>
    </dgm:pt>
    <dgm:pt modelId="{47C4AC95-7896-4647-AE16-60EA8CC1DC47}" type="pres">
      <dgm:prSet presAssocID="{CB9399D7-7C21-4084-92FE-BA9DBC6C2668}" presName="node" presStyleLbl="node1" presStyleIdx="15" presStyleCnt="18">
        <dgm:presLayoutVars>
          <dgm:bulletEnabled val="1"/>
        </dgm:presLayoutVars>
      </dgm:prSet>
      <dgm:spPr/>
    </dgm:pt>
    <dgm:pt modelId="{31CAD2E9-A84B-4864-B7AF-B00C078C4AAD}" type="pres">
      <dgm:prSet presAssocID="{C17046E1-10AB-4AA0-BB95-05FB213C41CB}" presName="sibTrans" presStyleLbl="sibTrans1D1" presStyleIdx="15" presStyleCnt="17"/>
      <dgm:spPr/>
    </dgm:pt>
    <dgm:pt modelId="{8F98BCAF-51CB-49D9-9FB4-401684D76D43}" type="pres">
      <dgm:prSet presAssocID="{C17046E1-10AB-4AA0-BB95-05FB213C41CB}" presName="connectorText" presStyleLbl="sibTrans1D1" presStyleIdx="15" presStyleCnt="17"/>
      <dgm:spPr/>
    </dgm:pt>
    <dgm:pt modelId="{F84D7583-5EC4-4265-AEFC-920139FDE56C}" type="pres">
      <dgm:prSet presAssocID="{26BB9F30-FD4E-40F8-81CE-D96A6866B331}" presName="node" presStyleLbl="node1" presStyleIdx="16" presStyleCnt="18">
        <dgm:presLayoutVars>
          <dgm:bulletEnabled val="1"/>
        </dgm:presLayoutVars>
      </dgm:prSet>
      <dgm:spPr/>
    </dgm:pt>
    <dgm:pt modelId="{A0FAFFCD-9A28-44A1-A2CA-8023B8FA3AF0}" type="pres">
      <dgm:prSet presAssocID="{6AA3B18B-9BBA-4952-ABF5-408688AF2388}" presName="sibTrans" presStyleLbl="sibTrans1D1" presStyleIdx="16" presStyleCnt="17"/>
      <dgm:spPr/>
    </dgm:pt>
    <dgm:pt modelId="{A4D930E9-A57D-4C99-A95D-5F6D6A03CD98}" type="pres">
      <dgm:prSet presAssocID="{6AA3B18B-9BBA-4952-ABF5-408688AF2388}" presName="connectorText" presStyleLbl="sibTrans1D1" presStyleIdx="16" presStyleCnt="17"/>
      <dgm:spPr/>
    </dgm:pt>
    <dgm:pt modelId="{E24DCBEF-1B0C-446A-B0F6-EE3383B68137}" type="pres">
      <dgm:prSet presAssocID="{DBC3DDE1-DC6E-4DD7-A1B4-42FD2D9A7AE8}" presName="node" presStyleLbl="node1" presStyleIdx="17" presStyleCnt="18">
        <dgm:presLayoutVars>
          <dgm:bulletEnabled val="1"/>
        </dgm:presLayoutVars>
      </dgm:prSet>
      <dgm:spPr/>
    </dgm:pt>
  </dgm:ptLst>
  <dgm:cxnLst>
    <dgm:cxn modelId="{5AE2DF01-24D9-42C0-8FFA-52571ACF23D7}" type="presOf" srcId="{4ECD6D31-D03E-439C-BB2A-8786214F47AC}" destId="{67A28425-1852-4B39-A917-31A702F2703C}" srcOrd="0" destOrd="0" presId="urn:microsoft.com/office/officeart/2016/7/layout/RepeatingBendingProcessNew"/>
    <dgm:cxn modelId="{6022D00A-EDA2-4752-BADF-C39490C301C7}" type="presOf" srcId="{1570D8B6-7335-4FAB-855D-7AD16B127962}" destId="{ACB16934-0A04-4DC4-BFD5-6D33680B41D6}" srcOrd="1" destOrd="0" presId="urn:microsoft.com/office/officeart/2016/7/layout/RepeatingBendingProcessNew"/>
    <dgm:cxn modelId="{DD07D623-B601-433B-ACC2-D1DB7085DF4A}" type="presOf" srcId="{DBC3DDE1-DC6E-4DD7-A1B4-42FD2D9A7AE8}" destId="{E24DCBEF-1B0C-446A-B0F6-EE3383B68137}" srcOrd="0" destOrd="0" presId="urn:microsoft.com/office/officeart/2016/7/layout/RepeatingBendingProcessNew"/>
    <dgm:cxn modelId="{18F0BB26-3687-423E-97F5-891D851872A1}" type="presOf" srcId="{877FB7C8-7C10-4870-959F-C1B720052C6F}" destId="{21474C38-8CF8-4DA0-AFE7-CBCD82FB29E6}" srcOrd="0" destOrd="0" presId="urn:microsoft.com/office/officeart/2016/7/layout/RepeatingBendingProcessNew"/>
    <dgm:cxn modelId="{EBC6D029-F14F-468E-99FD-1B4BFA7F0221}" type="presOf" srcId="{B2032648-CE39-43A5-85D9-14C10B0F5A56}" destId="{EE9F3108-17B2-4D8D-BFFA-AD6FB7147D56}" srcOrd="0" destOrd="0" presId="urn:microsoft.com/office/officeart/2016/7/layout/RepeatingBendingProcessNew"/>
    <dgm:cxn modelId="{A05CE92B-928C-47D8-98FE-83C4CEB7A6A4}" srcId="{37709C77-3C3B-4B0A-B5D9-2CFB67C8BEF3}" destId="{332B417A-77F4-4F0C-BF3F-B38DB0249FC5}" srcOrd="12" destOrd="0" parTransId="{5BCB88B5-5BFC-4D7A-836A-EB3C13CC4009}" sibTransId="{A74A2DF8-65C7-4EE3-8ED3-52F3755D2CF1}"/>
    <dgm:cxn modelId="{5EB6C32D-3899-47AE-8F44-F18B5324568E}" type="presOf" srcId="{6AA3B18B-9BBA-4952-ABF5-408688AF2388}" destId="{A4D930E9-A57D-4C99-A95D-5F6D6A03CD98}" srcOrd="1" destOrd="0" presId="urn:microsoft.com/office/officeart/2016/7/layout/RepeatingBendingProcessNew"/>
    <dgm:cxn modelId="{80DB2730-F404-40D7-B52D-4FF9D0A97ED7}" type="presOf" srcId="{A09A2FE0-81A9-4547-94ED-1B05B02C90A0}" destId="{41C9E0AB-A988-4BB1-B4C5-4EEEC731D26B}" srcOrd="0" destOrd="0" presId="urn:microsoft.com/office/officeart/2016/7/layout/RepeatingBendingProcessNew"/>
    <dgm:cxn modelId="{60BEB633-5CF7-40F2-8795-ECA207A87D09}" type="presOf" srcId="{5D70504C-7205-4E5A-8C85-F91E2C06FBF5}" destId="{88CB2537-FC01-4301-B442-A9C0EDC48389}" srcOrd="0" destOrd="0" presId="urn:microsoft.com/office/officeart/2016/7/layout/RepeatingBendingProcessNew"/>
    <dgm:cxn modelId="{5956CE35-CBF1-467F-94E1-8D6293D43ED1}" type="presOf" srcId="{4ECD6D31-D03E-439C-BB2A-8786214F47AC}" destId="{D097F8D7-86DF-4530-80ED-E3A6DB74C4DF}" srcOrd="1" destOrd="0" presId="urn:microsoft.com/office/officeart/2016/7/layout/RepeatingBendingProcessNew"/>
    <dgm:cxn modelId="{AC8B073D-AE22-4435-9E62-B7073ECE2A47}" type="presOf" srcId="{2C7EA084-99E3-48F0-AF0F-516DAA7976CF}" destId="{CBF5413D-BBD0-4913-BCF4-AE902412A5CB}" srcOrd="0" destOrd="0" presId="urn:microsoft.com/office/officeart/2016/7/layout/RepeatingBendingProcessNew"/>
    <dgm:cxn modelId="{1B19005C-5233-401F-992D-E66584C27326}" type="presOf" srcId="{40016C05-FDB2-42F7-8489-C2FE925293AA}" destId="{AF1618C1-EC98-485E-89C0-F4C7EE7D4619}" srcOrd="0" destOrd="0" presId="urn:microsoft.com/office/officeart/2016/7/layout/RepeatingBendingProcessNew"/>
    <dgm:cxn modelId="{16FA7B61-A088-4730-89DA-B49631A2DEFF}" type="presOf" srcId="{0087CDE1-2CF9-48ED-8C0C-992F71B6D031}" destId="{EC4FCB51-04D6-4E44-B64A-26E811E5CA3B}" srcOrd="1" destOrd="0" presId="urn:microsoft.com/office/officeart/2016/7/layout/RepeatingBendingProcessNew"/>
    <dgm:cxn modelId="{CADECE41-F2F7-4A60-9329-E138B277EB5A}" srcId="{37709C77-3C3B-4B0A-B5D9-2CFB67C8BEF3}" destId="{38260A95-A4C5-4912-9E92-353AEDEFCCD9}" srcOrd="1" destOrd="0" parTransId="{CF610906-F516-4974-9F6D-731CC32A9693}" sibTransId="{44F63D63-3BF2-4F82-B063-1CB0AB4038AE}"/>
    <dgm:cxn modelId="{461F8842-84CE-4009-90AA-B846BDE757A1}" type="presOf" srcId="{332B417A-77F4-4F0C-BF3F-B38DB0249FC5}" destId="{4744F8E8-8B17-49CA-A626-ABBE3CC6B358}" srcOrd="0" destOrd="0" presId="urn:microsoft.com/office/officeart/2016/7/layout/RepeatingBendingProcessNew"/>
    <dgm:cxn modelId="{8FDB7663-A4F4-4602-B603-E9ABFEB60B64}" type="presOf" srcId="{8972F882-C7F7-410D-8343-EBEABC712C04}" destId="{725A1747-E170-450C-AB76-C96EB3E5E5F9}" srcOrd="1" destOrd="0" presId="urn:microsoft.com/office/officeart/2016/7/layout/RepeatingBendingProcessNew"/>
    <dgm:cxn modelId="{B2142165-427F-49AC-BAB2-177127369159}" type="presOf" srcId="{8972F882-C7F7-410D-8343-EBEABC712C04}" destId="{ED437D16-0732-450A-951E-08BC1B070A67}" srcOrd="0" destOrd="0" presId="urn:microsoft.com/office/officeart/2016/7/layout/RepeatingBendingProcessNew"/>
    <dgm:cxn modelId="{80F33247-4F2E-4268-A27F-C1A6805ADE34}" srcId="{37709C77-3C3B-4B0A-B5D9-2CFB67C8BEF3}" destId="{1DB41FE7-D719-44C4-A3FF-9B3C287A1BC2}" srcOrd="9" destOrd="0" parTransId="{D6362ACB-802B-4C06-90F4-FEF8B3E68769}" sibTransId="{88A5A722-8CFF-4389-86FA-74836DFCD8FD}"/>
    <dgm:cxn modelId="{16CBB747-F3E4-40AC-9A04-390E3A409F24}" type="presOf" srcId="{38260A95-A4C5-4912-9E92-353AEDEFCCD9}" destId="{B4C94532-B92B-46F4-9934-CE4273FCD102}" srcOrd="0" destOrd="0" presId="urn:microsoft.com/office/officeart/2016/7/layout/RepeatingBendingProcessNew"/>
    <dgm:cxn modelId="{AF732968-73E8-4191-9D04-C8AF659322C8}" type="presOf" srcId="{0BA488BB-0874-43A2-A926-FDD59D5CA59F}" destId="{D422626F-2097-48FD-8423-9882533959E1}" srcOrd="0" destOrd="0" presId="urn:microsoft.com/office/officeart/2016/7/layout/RepeatingBendingProcessNew"/>
    <dgm:cxn modelId="{92B58A68-CA34-4C2E-A455-49DDA000FCE1}" type="presOf" srcId="{BA03003F-2F8A-499B-9AEA-02DE1015553E}" destId="{4816EE9F-1B8C-49AF-B628-4240178A4341}" srcOrd="1" destOrd="0" presId="urn:microsoft.com/office/officeart/2016/7/layout/RepeatingBendingProcessNew"/>
    <dgm:cxn modelId="{CAE85869-5948-43C9-856E-6369C03C2E7B}" type="presOf" srcId="{A74A2DF8-65C7-4EE3-8ED3-52F3755D2CF1}" destId="{0933013C-FEDB-4659-81EF-ECA38C2C73EC}" srcOrd="0" destOrd="0" presId="urn:microsoft.com/office/officeart/2016/7/layout/RepeatingBendingProcessNew"/>
    <dgm:cxn modelId="{81FC524C-32ED-4E8D-A4EB-239F2D8F90B4}" type="presOf" srcId="{54A283F8-1ED7-4C64-8896-9EBFAA3D02E1}" destId="{C6C5AA91-779A-4133-84EB-B404FE033182}" srcOrd="0" destOrd="0" presId="urn:microsoft.com/office/officeart/2016/7/layout/RepeatingBendingProcessNew"/>
    <dgm:cxn modelId="{1349E44C-D2DD-4DB8-A7F8-87EF034F4133}" type="presOf" srcId="{D4D0DAAF-9C8D-40B5-894C-77077DEFE139}" destId="{C29DE9F0-45FC-4992-BBBC-F8A8238BA8D3}" srcOrd="0" destOrd="0" presId="urn:microsoft.com/office/officeart/2016/7/layout/RepeatingBendingProcessNew"/>
    <dgm:cxn modelId="{A95F8D6E-3857-461B-B433-52E11D7CFABA}" srcId="{37709C77-3C3B-4B0A-B5D9-2CFB67C8BEF3}" destId="{DBC3DDE1-DC6E-4DD7-A1B4-42FD2D9A7AE8}" srcOrd="17" destOrd="0" parTransId="{CA12CB00-E258-439E-8BDF-C9176B87EB5F}" sibTransId="{96FF139F-2BAB-41FB-9BB5-E1C7E06CB9CE}"/>
    <dgm:cxn modelId="{870A196F-7B56-41F9-98D2-FC15F903F284}" srcId="{37709C77-3C3B-4B0A-B5D9-2CFB67C8BEF3}" destId="{CB9399D7-7C21-4084-92FE-BA9DBC6C2668}" srcOrd="15" destOrd="0" parTransId="{D2672544-36B0-4702-8625-8569AAED69C7}" sibTransId="{C17046E1-10AB-4AA0-BB95-05FB213C41CB}"/>
    <dgm:cxn modelId="{B046EC6F-2449-4B7B-94A7-7BDBD66156D8}" type="presOf" srcId="{1570D8B6-7335-4FAB-855D-7AD16B127962}" destId="{284846A9-F4F1-4E4C-AC52-73A5B4E421B0}" srcOrd="0" destOrd="0" presId="urn:microsoft.com/office/officeart/2016/7/layout/RepeatingBendingProcessNew"/>
    <dgm:cxn modelId="{60F37D73-BBB9-4313-AB7D-FE0E556D5134}" srcId="{37709C77-3C3B-4B0A-B5D9-2CFB67C8BEF3}" destId="{2C7EA084-99E3-48F0-AF0F-516DAA7976CF}" srcOrd="14" destOrd="0" parTransId="{B756B59F-804F-426F-BAE6-FF14A8D102B7}" sibTransId="{4ECD6D31-D03E-439C-BB2A-8786214F47AC}"/>
    <dgm:cxn modelId="{E0310256-BCC1-4B49-B5B1-9E973EE3D443}" srcId="{37709C77-3C3B-4B0A-B5D9-2CFB67C8BEF3}" destId="{26BB9F30-FD4E-40F8-81CE-D96A6866B331}" srcOrd="16" destOrd="0" parTransId="{D3D7B873-F6A7-472F-A9B4-F10BD55752B4}" sibTransId="{6AA3B18B-9BBA-4952-ABF5-408688AF2388}"/>
    <dgm:cxn modelId="{E174607A-42FB-45D9-8552-AE7EFF20E3B5}" srcId="{37709C77-3C3B-4B0A-B5D9-2CFB67C8BEF3}" destId="{BF4D179D-E126-45DF-885C-54D057DCDA46}" srcOrd="3" destOrd="0" parTransId="{C63BF0DD-A4E5-40E8-8170-4E523F8F875E}" sibTransId="{C4399051-536A-48D2-AC42-07927FE60EC7}"/>
    <dgm:cxn modelId="{A720127F-06AB-4581-BEC2-BD835186D285}" srcId="{37709C77-3C3B-4B0A-B5D9-2CFB67C8BEF3}" destId="{0BA488BB-0874-43A2-A926-FDD59D5CA59F}" srcOrd="10" destOrd="0" parTransId="{ADE8C335-7E2A-4772-85D5-B875C9DC5351}" sibTransId="{0087CDE1-2CF9-48ED-8C0C-992F71B6D031}"/>
    <dgm:cxn modelId="{16572D7F-D700-44B9-9BFC-C38F3C03A5AA}" srcId="{37709C77-3C3B-4B0A-B5D9-2CFB67C8BEF3}" destId="{EC01BA39-DF4B-4801-894C-722F34132AE8}" srcOrd="0" destOrd="0" parTransId="{45426403-A040-44F6-9331-0B92A3671EB6}" sibTransId="{696047E3-026B-47DF-88C0-BD68878D7EB4}"/>
    <dgm:cxn modelId="{43C4597F-045C-4EF8-BFFD-29F696889A32}" srcId="{37709C77-3C3B-4B0A-B5D9-2CFB67C8BEF3}" destId="{4DD6692C-35CC-4C17-884A-D85D046F7822}" srcOrd="11" destOrd="0" parTransId="{9D27F618-94C8-4B7B-9365-14B28AE9BB8E}" sibTransId="{877FB7C8-7C10-4870-959F-C1B720052C6F}"/>
    <dgm:cxn modelId="{C59B6184-38DE-4028-8F0B-F62FA599B2EF}" type="presOf" srcId="{44F63D63-3BF2-4F82-B063-1CB0AB4038AE}" destId="{9CB7A47C-E6AB-4738-9D9B-FF40FF02B5EA}" srcOrd="0" destOrd="0" presId="urn:microsoft.com/office/officeart/2016/7/layout/RepeatingBendingProcessNew"/>
    <dgm:cxn modelId="{8E75958D-7457-4215-A0E3-111EF490C2C6}" type="presOf" srcId="{88A5A722-8CFF-4389-86FA-74836DFCD8FD}" destId="{FB613A0D-307D-459F-BFA1-50E7A7844A92}" srcOrd="1" destOrd="0" presId="urn:microsoft.com/office/officeart/2016/7/layout/RepeatingBendingProcessNew"/>
    <dgm:cxn modelId="{D5359B8D-80CC-4B06-AE8C-A3A5CCF60AE0}" type="presOf" srcId="{C17046E1-10AB-4AA0-BB95-05FB213C41CB}" destId="{31CAD2E9-A84B-4864-B7AF-B00C078C4AAD}" srcOrd="0" destOrd="0" presId="urn:microsoft.com/office/officeart/2016/7/layout/RepeatingBendingProcessNew"/>
    <dgm:cxn modelId="{91692A8E-B6B2-439E-A34B-64B7AF773E99}" type="presOf" srcId="{047EB9C5-06CB-475F-A5FD-B3B5B9FBB682}" destId="{0F97A913-78A3-4E38-B02C-4BD0F9CA7348}" srcOrd="0" destOrd="0" presId="urn:microsoft.com/office/officeart/2016/7/layout/RepeatingBendingProcessNew"/>
    <dgm:cxn modelId="{58E36690-9788-4684-B628-16BCCB701748}" type="presOf" srcId="{696047E3-026B-47DF-88C0-BD68878D7EB4}" destId="{D5BE9198-D737-4A30-B61A-83C5AB7DD56C}" srcOrd="0" destOrd="0" presId="urn:microsoft.com/office/officeart/2016/7/layout/RepeatingBendingProcessNew"/>
    <dgm:cxn modelId="{2DBC7092-CF2B-4DD8-B423-CC3B2C90A352}" type="presOf" srcId="{C4399051-536A-48D2-AC42-07927FE60EC7}" destId="{0251787B-9499-4407-9B7E-3A71BF43B21B}" srcOrd="0" destOrd="0" presId="urn:microsoft.com/office/officeart/2016/7/layout/RepeatingBendingProcessNew"/>
    <dgm:cxn modelId="{4D4D599E-868D-4AA9-8739-8C17198F14B7}" type="presOf" srcId="{A09A2FE0-81A9-4547-94ED-1B05B02C90A0}" destId="{1F4ACE8D-9DD4-4603-B9C9-FE4C5B6867B7}" srcOrd="1" destOrd="0" presId="urn:microsoft.com/office/officeart/2016/7/layout/RepeatingBendingProcessNew"/>
    <dgm:cxn modelId="{DB948FA0-3F28-4695-B83A-74374E2D23A1}" type="presOf" srcId="{37709C77-3C3B-4B0A-B5D9-2CFB67C8BEF3}" destId="{15BA5CC9-ACB2-4335-988D-2063616298EB}" srcOrd="0" destOrd="0" presId="urn:microsoft.com/office/officeart/2016/7/layout/RepeatingBendingProcessNew"/>
    <dgm:cxn modelId="{EF96BBA2-87F9-4112-A590-44523BB48EDB}" type="presOf" srcId="{40016C05-FDB2-42F7-8489-C2FE925293AA}" destId="{B439D9D4-F721-48C7-B45B-7AB155DC5B92}" srcOrd="1" destOrd="0" presId="urn:microsoft.com/office/officeart/2016/7/layout/RepeatingBendingProcessNew"/>
    <dgm:cxn modelId="{9146E9A3-16DE-4E36-BB1F-DE4115C7BB6C}" srcId="{37709C77-3C3B-4B0A-B5D9-2CFB67C8BEF3}" destId="{2B34F525-297B-427A-B3DB-DDE713F4E74E}" srcOrd="2" destOrd="0" parTransId="{E85A0E1F-3DEC-4196-8F06-F5A0817E7412}" sibTransId="{D4D0DAAF-9C8D-40B5-894C-77077DEFE139}"/>
    <dgm:cxn modelId="{C0DAD1A5-70F9-41BB-BB83-2D78E2A6B813}" type="presOf" srcId="{88A5A722-8CFF-4389-86FA-74836DFCD8FD}" destId="{DE7ABA8C-6E0D-4D31-83B3-4C5C9B347F6E}" srcOrd="0" destOrd="0" presId="urn:microsoft.com/office/officeart/2016/7/layout/RepeatingBendingProcessNew"/>
    <dgm:cxn modelId="{8A4D67AA-C146-475D-AAA6-DBDD12433423}" type="presOf" srcId="{BF4D179D-E126-45DF-885C-54D057DCDA46}" destId="{1D7FC053-BA7F-46EC-9948-1E5F8AB4156D}" srcOrd="0" destOrd="0" presId="urn:microsoft.com/office/officeart/2016/7/layout/RepeatingBendingProcessNew"/>
    <dgm:cxn modelId="{82953DAB-4EF4-415A-BF00-843A2BBC1435}" type="presOf" srcId="{696047E3-026B-47DF-88C0-BD68878D7EB4}" destId="{2ABF84D9-0717-44B7-B968-076AD97A062C}" srcOrd="1" destOrd="0" presId="urn:microsoft.com/office/officeart/2016/7/layout/RepeatingBendingProcessNew"/>
    <dgm:cxn modelId="{B84AE0AD-35DB-4CC1-90C0-FC98816070F7}" type="presOf" srcId="{1DB41FE7-D719-44C4-A3FF-9B3C287A1BC2}" destId="{14C17F6B-5EA4-4A12-985C-103016D27C4E}" srcOrd="0" destOrd="0" presId="urn:microsoft.com/office/officeart/2016/7/layout/RepeatingBendingProcessNew"/>
    <dgm:cxn modelId="{449892B3-7ADD-4D05-8AC1-D9C93A3F4C29}" type="presOf" srcId="{C17046E1-10AB-4AA0-BB95-05FB213C41CB}" destId="{8F98BCAF-51CB-49D9-9FB4-401684D76D43}" srcOrd="1" destOrd="0" presId="urn:microsoft.com/office/officeart/2016/7/layout/RepeatingBendingProcessNew"/>
    <dgm:cxn modelId="{A9800FB6-D6E7-4B9A-ACE2-FBCE400129BF}" type="presOf" srcId="{877FB7C8-7C10-4870-959F-C1B720052C6F}" destId="{98EC1B22-9EF4-4697-8945-C143DFCC2005}" srcOrd="1" destOrd="0" presId="urn:microsoft.com/office/officeart/2016/7/layout/RepeatingBendingProcessNew"/>
    <dgm:cxn modelId="{612CCAB9-540A-4500-AD4F-F8C853030E07}" type="presOf" srcId="{2B34F525-297B-427A-B3DB-DDE713F4E74E}" destId="{50CA56A3-5DDC-4937-BBDB-BC07024406B2}" srcOrd="0" destOrd="0" presId="urn:microsoft.com/office/officeart/2016/7/layout/RepeatingBendingProcessNew"/>
    <dgm:cxn modelId="{AEE214BE-91D1-4AF5-B511-DD5A6B86A62A}" srcId="{37709C77-3C3B-4B0A-B5D9-2CFB67C8BEF3}" destId="{047EB9C5-06CB-475F-A5FD-B3B5B9FBB682}" srcOrd="8" destOrd="0" parTransId="{5691B4CF-5DF9-4A58-8A40-5D5FE76C8E05}" sibTransId="{BA03003F-2F8A-499B-9AEA-02DE1015553E}"/>
    <dgm:cxn modelId="{C3D1AFBE-11C9-4EB6-8E0D-308F78CB021C}" type="presOf" srcId="{EC01BA39-DF4B-4801-894C-722F34132AE8}" destId="{83C0C7AA-98E8-4F3A-86B5-61E3489D960D}" srcOrd="0" destOrd="0" presId="urn:microsoft.com/office/officeart/2016/7/layout/RepeatingBendingProcessNew"/>
    <dgm:cxn modelId="{7D8F62C1-3CB9-49B6-87B5-D55F26734744}" type="presOf" srcId="{4DD6692C-35CC-4C17-884A-D85D046F7822}" destId="{49E7CC43-58BF-4273-AC82-F1681B5DB91C}" srcOrd="0" destOrd="0" presId="urn:microsoft.com/office/officeart/2016/7/layout/RepeatingBendingProcessNew"/>
    <dgm:cxn modelId="{FCE356C5-A309-4F9D-AA8A-709F91911A49}" type="presOf" srcId="{C4399051-536A-48D2-AC42-07927FE60EC7}" destId="{0DE54C2A-9384-4BE5-AB7B-CF19C96FF0BF}" srcOrd="1" destOrd="0" presId="urn:microsoft.com/office/officeart/2016/7/layout/RepeatingBendingProcessNew"/>
    <dgm:cxn modelId="{4F0BDAC5-083E-4D06-965C-D76EA0BFD0AD}" type="presOf" srcId="{44F63D63-3BF2-4F82-B063-1CB0AB4038AE}" destId="{1965EC84-4CBC-46DC-8F3E-D44EA821BA67}" srcOrd="1" destOrd="0" presId="urn:microsoft.com/office/officeart/2016/7/layout/RepeatingBendingProcessNew"/>
    <dgm:cxn modelId="{E9ACDBC6-B9C8-41A6-85AA-19F0B3D59A0C}" srcId="{37709C77-3C3B-4B0A-B5D9-2CFB67C8BEF3}" destId="{54A283F8-1ED7-4C64-8896-9EBFAA3D02E1}" srcOrd="4" destOrd="0" parTransId="{7184619B-451F-4F58-B482-EFDD8A4A0BD1}" sibTransId="{A09A2FE0-81A9-4547-94ED-1B05B02C90A0}"/>
    <dgm:cxn modelId="{7C754CCB-1A49-4CB2-B34C-DAF09535E773}" type="presOf" srcId="{BA03003F-2F8A-499B-9AEA-02DE1015553E}" destId="{F34FA402-84A2-4130-89D1-28A66279A83B}" srcOrd="0" destOrd="0" presId="urn:microsoft.com/office/officeart/2016/7/layout/RepeatingBendingProcessNew"/>
    <dgm:cxn modelId="{BA2109CC-CA4D-4715-99F8-703626D0A6EB}" srcId="{37709C77-3C3B-4B0A-B5D9-2CFB67C8BEF3}" destId="{8879FEEE-F439-401D-98B9-FE25E5C15235}" srcOrd="13" destOrd="0" parTransId="{98E2A369-4551-48E0-B5F8-580F5146D56B}" sibTransId="{5D70504C-7205-4E5A-8C85-F91E2C06FBF5}"/>
    <dgm:cxn modelId="{897F32D6-049F-4886-A59E-A74EC55B4257}" srcId="{37709C77-3C3B-4B0A-B5D9-2CFB67C8BEF3}" destId="{B2032648-CE39-43A5-85D9-14C10B0F5A56}" srcOrd="7" destOrd="0" parTransId="{D72958FE-CA6A-4F74-9116-ED6ED3141AFA}" sibTransId="{8972F882-C7F7-410D-8343-EBEABC712C04}"/>
    <dgm:cxn modelId="{363472D6-FE65-469F-BBD5-45AC74FB8107}" type="presOf" srcId="{F483290E-6C16-4307-B21E-A454D1845854}" destId="{4BC797E5-7801-4A22-B47B-5260696946B0}" srcOrd="0" destOrd="0" presId="urn:microsoft.com/office/officeart/2016/7/layout/RepeatingBendingProcessNew"/>
    <dgm:cxn modelId="{A3CF49D9-7E4D-44B5-AA04-F8A7208ED20A}" type="presOf" srcId="{26BB9F30-FD4E-40F8-81CE-D96A6866B331}" destId="{F84D7583-5EC4-4265-AEFC-920139FDE56C}" srcOrd="0" destOrd="0" presId="urn:microsoft.com/office/officeart/2016/7/layout/RepeatingBendingProcessNew"/>
    <dgm:cxn modelId="{6ADA5CDB-3015-4EC7-89EC-690778E0FF41}" type="presOf" srcId="{CB9399D7-7C21-4084-92FE-BA9DBC6C2668}" destId="{47C4AC95-7896-4647-AE16-60EA8CC1DC47}" srcOrd="0" destOrd="0" presId="urn:microsoft.com/office/officeart/2016/7/layout/RepeatingBendingProcessNew"/>
    <dgm:cxn modelId="{9AB40EDE-1911-4762-B24E-7D64FE83D18B}" type="presOf" srcId="{A74A2DF8-65C7-4EE3-8ED3-52F3755D2CF1}" destId="{8EB2B8ED-A42E-4502-BE54-D615B44BDE8D}" srcOrd="1" destOrd="0" presId="urn:microsoft.com/office/officeart/2016/7/layout/RepeatingBendingProcessNew"/>
    <dgm:cxn modelId="{5CA67DE8-1BEB-4D02-A346-6E9AA7E351D1}" type="presOf" srcId="{5D70504C-7205-4E5A-8C85-F91E2C06FBF5}" destId="{39E3FB3B-4F53-444C-A37E-A5C2BBBE3C12}" srcOrd="1" destOrd="0" presId="urn:microsoft.com/office/officeart/2016/7/layout/RepeatingBendingProcessNew"/>
    <dgm:cxn modelId="{664A92F1-3F7C-4496-BD64-ACB559C1FF5A}" type="presOf" srcId="{0087CDE1-2CF9-48ED-8C0C-992F71B6D031}" destId="{2CEC1DB6-24C9-4325-AB6A-B87D3B22B29C}" srcOrd="0" destOrd="0" presId="urn:microsoft.com/office/officeart/2016/7/layout/RepeatingBendingProcessNew"/>
    <dgm:cxn modelId="{8D2C6AF8-1DA8-4139-AE13-B512BB990278}" type="presOf" srcId="{D4D0DAAF-9C8D-40B5-894C-77077DEFE139}" destId="{F78F5925-581C-4A1C-9DAE-CE485CDCCB06}" srcOrd="1" destOrd="0" presId="urn:microsoft.com/office/officeart/2016/7/layout/RepeatingBendingProcessNew"/>
    <dgm:cxn modelId="{9419AAF9-85E9-45E6-BE1A-A171E571FDF8}" srcId="{37709C77-3C3B-4B0A-B5D9-2CFB67C8BEF3}" destId="{BFD52FB0-F992-4F14-92FC-F544FCB957CD}" srcOrd="6" destOrd="0" parTransId="{018A9C97-1EF8-443A-A252-9CF1B82F9C52}" sibTransId="{1570D8B6-7335-4FAB-855D-7AD16B127962}"/>
    <dgm:cxn modelId="{E1C594FA-C889-4F6F-9FA1-0AE10596274D}" type="presOf" srcId="{6AA3B18B-9BBA-4952-ABF5-408688AF2388}" destId="{A0FAFFCD-9A28-44A1-A2CA-8023B8FA3AF0}" srcOrd="0" destOrd="0" presId="urn:microsoft.com/office/officeart/2016/7/layout/RepeatingBendingProcessNew"/>
    <dgm:cxn modelId="{D5F264FE-2407-4DCE-AAF8-358014731068}" type="presOf" srcId="{8879FEEE-F439-401D-98B9-FE25E5C15235}" destId="{D9796536-4BAF-4237-9630-F685D4065BA0}" srcOrd="0" destOrd="0" presId="urn:microsoft.com/office/officeart/2016/7/layout/RepeatingBendingProcessNew"/>
    <dgm:cxn modelId="{27E92EFF-F0ED-4233-9CD0-9129D6EBB90E}" type="presOf" srcId="{BFD52FB0-F992-4F14-92FC-F544FCB957CD}" destId="{F78A05A6-F3A2-4E71-BE66-A00697588EAE}" srcOrd="0" destOrd="0" presId="urn:microsoft.com/office/officeart/2016/7/layout/RepeatingBendingProcessNew"/>
    <dgm:cxn modelId="{7B8745FF-E85E-457F-A09A-87BDC2D5DBDC}" srcId="{37709C77-3C3B-4B0A-B5D9-2CFB67C8BEF3}" destId="{F483290E-6C16-4307-B21E-A454D1845854}" srcOrd="5" destOrd="0" parTransId="{D9FC7E3B-2D6B-4C01-93BF-0F3B5C6968E0}" sibTransId="{40016C05-FDB2-42F7-8489-C2FE925293AA}"/>
    <dgm:cxn modelId="{294F8265-D7D5-461A-B2D8-4677F4A87BF6}" type="presParOf" srcId="{15BA5CC9-ACB2-4335-988D-2063616298EB}" destId="{83C0C7AA-98E8-4F3A-86B5-61E3489D960D}" srcOrd="0" destOrd="0" presId="urn:microsoft.com/office/officeart/2016/7/layout/RepeatingBendingProcessNew"/>
    <dgm:cxn modelId="{B550F797-25AB-4ACC-BC99-833F729CA294}" type="presParOf" srcId="{15BA5CC9-ACB2-4335-988D-2063616298EB}" destId="{D5BE9198-D737-4A30-B61A-83C5AB7DD56C}" srcOrd="1" destOrd="0" presId="urn:microsoft.com/office/officeart/2016/7/layout/RepeatingBendingProcessNew"/>
    <dgm:cxn modelId="{E58A7FA1-8D22-4306-820E-D84B26F97C38}" type="presParOf" srcId="{D5BE9198-D737-4A30-B61A-83C5AB7DD56C}" destId="{2ABF84D9-0717-44B7-B968-076AD97A062C}" srcOrd="0" destOrd="0" presId="urn:microsoft.com/office/officeart/2016/7/layout/RepeatingBendingProcessNew"/>
    <dgm:cxn modelId="{84298F09-F3F9-4A1B-B1C1-12A6D78598B9}" type="presParOf" srcId="{15BA5CC9-ACB2-4335-988D-2063616298EB}" destId="{B4C94532-B92B-46F4-9934-CE4273FCD102}" srcOrd="2" destOrd="0" presId="urn:microsoft.com/office/officeart/2016/7/layout/RepeatingBendingProcessNew"/>
    <dgm:cxn modelId="{00951637-D591-421D-8AD3-636E822F6490}" type="presParOf" srcId="{15BA5CC9-ACB2-4335-988D-2063616298EB}" destId="{9CB7A47C-E6AB-4738-9D9B-FF40FF02B5EA}" srcOrd="3" destOrd="0" presId="urn:microsoft.com/office/officeart/2016/7/layout/RepeatingBendingProcessNew"/>
    <dgm:cxn modelId="{49B51D7E-D0D5-498B-93D8-A9EE93822A04}" type="presParOf" srcId="{9CB7A47C-E6AB-4738-9D9B-FF40FF02B5EA}" destId="{1965EC84-4CBC-46DC-8F3E-D44EA821BA67}" srcOrd="0" destOrd="0" presId="urn:microsoft.com/office/officeart/2016/7/layout/RepeatingBendingProcessNew"/>
    <dgm:cxn modelId="{0C659012-CC2E-42CA-9916-711706AB68E9}" type="presParOf" srcId="{15BA5CC9-ACB2-4335-988D-2063616298EB}" destId="{50CA56A3-5DDC-4937-BBDB-BC07024406B2}" srcOrd="4" destOrd="0" presId="urn:microsoft.com/office/officeart/2016/7/layout/RepeatingBendingProcessNew"/>
    <dgm:cxn modelId="{48F991CA-369A-4084-A0C7-4D432E7C879E}" type="presParOf" srcId="{15BA5CC9-ACB2-4335-988D-2063616298EB}" destId="{C29DE9F0-45FC-4992-BBBC-F8A8238BA8D3}" srcOrd="5" destOrd="0" presId="urn:microsoft.com/office/officeart/2016/7/layout/RepeatingBendingProcessNew"/>
    <dgm:cxn modelId="{3676DB82-F1A8-4D74-837B-6F93A3E1754C}" type="presParOf" srcId="{C29DE9F0-45FC-4992-BBBC-F8A8238BA8D3}" destId="{F78F5925-581C-4A1C-9DAE-CE485CDCCB06}" srcOrd="0" destOrd="0" presId="urn:microsoft.com/office/officeart/2016/7/layout/RepeatingBendingProcessNew"/>
    <dgm:cxn modelId="{985C1A6E-2C0E-4A0B-B2D6-A4DDFFFF1151}" type="presParOf" srcId="{15BA5CC9-ACB2-4335-988D-2063616298EB}" destId="{1D7FC053-BA7F-46EC-9948-1E5F8AB4156D}" srcOrd="6" destOrd="0" presId="urn:microsoft.com/office/officeart/2016/7/layout/RepeatingBendingProcessNew"/>
    <dgm:cxn modelId="{A492AFCE-2E64-4708-AABE-4199520E314A}" type="presParOf" srcId="{15BA5CC9-ACB2-4335-988D-2063616298EB}" destId="{0251787B-9499-4407-9B7E-3A71BF43B21B}" srcOrd="7" destOrd="0" presId="urn:microsoft.com/office/officeart/2016/7/layout/RepeatingBendingProcessNew"/>
    <dgm:cxn modelId="{E9A02ED1-5145-47C6-AB23-1DA736905FB4}" type="presParOf" srcId="{0251787B-9499-4407-9B7E-3A71BF43B21B}" destId="{0DE54C2A-9384-4BE5-AB7B-CF19C96FF0BF}" srcOrd="0" destOrd="0" presId="urn:microsoft.com/office/officeart/2016/7/layout/RepeatingBendingProcessNew"/>
    <dgm:cxn modelId="{E093D8DA-B5C0-4A71-84AC-97F0FD73BCC3}" type="presParOf" srcId="{15BA5CC9-ACB2-4335-988D-2063616298EB}" destId="{C6C5AA91-779A-4133-84EB-B404FE033182}" srcOrd="8" destOrd="0" presId="urn:microsoft.com/office/officeart/2016/7/layout/RepeatingBendingProcessNew"/>
    <dgm:cxn modelId="{44DBCBE2-10FA-42E6-9995-748360D4E361}" type="presParOf" srcId="{15BA5CC9-ACB2-4335-988D-2063616298EB}" destId="{41C9E0AB-A988-4BB1-B4C5-4EEEC731D26B}" srcOrd="9" destOrd="0" presId="urn:microsoft.com/office/officeart/2016/7/layout/RepeatingBendingProcessNew"/>
    <dgm:cxn modelId="{33992839-9AEA-469E-A6F5-4D131F7CE8FE}" type="presParOf" srcId="{41C9E0AB-A988-4BB1-B4C5-4EEEC731D26B}" destId="{1F4ACE8D-9DD4-4603-B9C9-FE4C5B6867B7}" srcOrd="0" destOrd="0" presId="urn:microsoft.com/office/officeart/2016/7/layout/RepeatingBendingProcessNew"/>
    <dgm:cxn modelId="{98B78835-DB7B-4DF7-AB90-BF2B1A1BC551}" type="presParOf" srcId="{15BA5CC9-ACB2-4335-988D-2063616298EB}" destId="{4BC797E5-7801-4A22-B47B-5260696946B0}" srcOrd="10" destOrd="0" presId="urn:microsoft.com/office/officeart/2016/7/layout/RepeatingBendingProcessNew"/>
    <dgm:cxn modelId="{ABC8CF07-9011-4EF9-BDAD-E5B1B4A1BE15}" type="presParOf" srcId="{15BA5CC9-ACB2-4335-988D-2063616298EB}" destId="{AF1618C1-EC98-485E-89C0-F4C7EE7D4619}" srcOrd="11" destOrd="0" presId="urn:microsoft.com/office/officeart/2016/7/layout/RepeatingBendingProcessNew"/>
    <dgm:cxn modelId="{86461F5A-3EC4-4F02-B103-856979DE9CE8}" type="presParOf" srcId="{AF1618C1-EC98-485E-89C0-F4C7EE7D4619}" destId="{B439D9D4-F721-48C7-B45B-7AB155DC5B92}" srcOrd="0" destOrd="0" presId="urn:microsoft.com/office/officeart/2016/7/layout/RepeatingBendingProcessNew"/>
    <dgm:cxn modelId="{9B4477C6-7869-42C5-9D11-66F6E6BACEC3}" type="presParOf" srcId="{15BA5CC9-ACB2-4335-988D-2063616298EB}" destId="{F78A05A6-F3A2-4E71-BE66-A00697588EAE}" srcOrd="12" destOrd="0" presId="urn:microsoft.com/office/officeart/2016/7/layout/RepeatingBendingProcessNew"/>
    <dgm:cxn modelId="{F8DB4AE1-5C8E-4C3F-A773-0004AC62E4B5}" type="presParOf" srcId="{15BA5CC9-ACB2-4335-988D-2063616298EB}" destId="{284846A9-F4F1-4E4C-AC52-73A5B4E421B0}" srcOrd="13" destOrd="0" presId="urn:microsoft.com/office/officeart/2016/7/layout/RepeatingBendingProcessNew"/>
    <dgm:cxn modelId="{933AC356-9CD9-4B8F-ADFE-7ACF2286F85C}" type="presParOf" srcId="{284846A9-F4F1-4E4C-AC52-73A5B4E421B0}" destId="{ACB16934-0A04-4DC4-BFD5-6D33680B41D6}" srcOrd="0" destOrd="0" presId="urn:microsoft.com/office/officeart/2016/7/layout/RepeatingBendingProcessNew"/>
    <dgm:cxn modelId="{92CA2DFA-BBFE-4ECD-ACF2-E0C3B10247E6}" type="presParOf" srcId="{15BA5CC9-ACB2-4335-988D-2063616298EB}" destId="{EE9F3108-17B2-4D8D-BFFA-AD6FB7147D56}" srcOrd="14" destOrd="0" presId="urn:microsoft.com/office/officeart/2016/7/layout/RepeatingBendingProcessNew"/>
    <dgm:cxn modelId="{6552D199-5132-4319-8298-A01AC55F192F}" type="presParOf" srcId="{15BA5CC9-ACB2-4335-988D-2063616298EB}" destId="{ED437D16-0732-450A-951E-08BC1B070A67}" srcOrd="15" destOrd="0" presId="urn:microsoft.com/office/officeart/2016/7/layout/RepeatingBendingProcessNew"/>
    <dgm:cxn modelId="{947F015C-988F-47F3-9C02-5CAA70C1B871}" type="presParOf" srcId="{ED437D16-0732-450A-951E-08BC1B070A67}" destId="{725A1747-E170-450C-AB76-C96EB3E5E5F9}" srcOrd="0" destOrd="0" presId="urn:microsoft.com/office/officeart/2016/7/layout/RepeatingBendingProcessNew"/>
    <dgm:cxn modelId="{CFBA469D-A324-4764-808F-7F74C73FDA2E}" type="presParOf" srcId="{15BA5CC9-ACB2-4335-988D-2063616298EB}" destId="{0F97A913-78A3-4E38-B02C-4BD0F9CA7348}" srcOrd="16" destOrd="0" presId="urn:microsoft.com/office/officeart/2016/7/layout/RepeatingBendingProcessNew"/>
    <dgm:cxn modelId="{87D70887-098B-49A5-B1FD-ED58CEB9AE43}" type="presParOf" srcId="{15BA5CC9-ACB2-4335-988D-2063616298EB}" destId="{F34FA402-84A2-4130-89D1-28A66279A83B}" srcOrd="17" destOrd="0" presId="urn:microsoft.com/office/officeart/2016/7/layout/RepeatingBendingProcessNew"/>
    <dgm:cxn modelId="{F5304F7B-C128-470F-9DA9-5B5D0DC5C248}" type="presParOf" srcId="{F34FA402-84A2-4130-89D1-28A66279A83B}" destId="{4816EE9F-1B8C-49AF-B628-4240178A4341}" srcOrd="0" destOrd="0" presId="urn:microsoft.com/office/officeart/2016/7/layout/RepeatingBendingProcessNew"/>
    <dgm:cxn modelId="{7A9EE1BB-D97E-47A1-89A2-200B05DBC649}" type="presParOf" srcId="{15BA5CC9-ACB2-4335-988D-2063616298EB}" destId="{14C17F6B-5EA4-4A12-985C-103016D27C4E}" srcOrd="18" destOrd="0" presId="urn:microsoft.com/office/officeart/2016/7/layout/RepeatingBendingProcessNew"/>
    <dgm:cxn modelId="{4985AE20-851C-415F-8E4C-080EC5CD4187}" type="presParOf" srcId="{15BA5CC9-ACB2-4335-988D-2063616298EB}" destId="{DE7ABA8C-6E0D-4D31-83B3-4C5C9B347F6E}" srcOrd="19" destOrd="0" presId="urn:microsoft.com/office/officeart/2016/7/layout/RepeatingBendingProcessNew"/>
    <dgm:cxn modelId="{4B3B5906-CDB3-4108-BB48-48FF71C54DC8}" type="presParOf" srcId="{DE7ABA8C-6E0D-4D31-83B3-4C5C9B347F6E}" destId="{FB613A0D-307D-459F-BFA1-50E7A7844A92}" srcOrd="0" destOrd="0" presId="urn:microsoft.com/office/officeart/2016/7/layout/RepeatingBendingProcessNew"/>
    <dgm:cxn modelId="{09EB3CDD-DED8-432A-8DF8-E5FFAB80DA26}" type="presParOf" srcId="{15BA5CC9-ACB2-4335-988D-2063616298EB}" destId="{D422626F-2097-48FD-8423-9882533959E1}" srcOrd="20" destOrd="0" presId="urn:microsoft.com/office/officeart/2016/7/layout/RepeatingBendingProcessNew"/>
    <dgm:cxn modelId="{729CCCAC-A152-4E1B-86E4-D0749A1EEBA4}" type="presParOf" srcId="{15BA5CC9-ACB2-4335-988D-2063616298EB}" destId="{2CEC1DB6-24C9-4325-AB6A-B87D3B22B29C}" srcOrd="21" destOrd="0" presId="urn:microsoft.com/office/officeart/2016/7/layout/RepeatingBendingProcessNew"/>
    <dgm:cxn modelId="{A34EAF5B-9899-44F1-99EE-77832653437F}" type="presParOf" srcId="{2CEC1DB6-24C9-4325-AB6A-B87D3B22B29C}" destId="{EC4FCB51-04D6-4E44-B64A-26E811E5CA3B}" srcOrd="0" destOrd="0" presId="urn:microsoft.com/office/officeart/2016/7/layout/RepeatingBendingProcessNew"/>
    <dgm:cxn modelId="{3A0476BA-A711-48EA-ADFA-3D2AC8588A2E}" type="presParOf" srcId="{15BA5CC9-ACB2-4335-988D-2063616298EB}" destId="{49E7CC43-58BF-4273-AC82-F1681B5DB91C}" srcOrd="22" destOrd="0" presId="urn:microsoft.com/office/officeart/2016/7/layout/RepeatingBendingProcessNew"/>
    <dgm:cxn modelId="{E3A3EACD-AA7F-4F93-AA2F-D0669D208642}" type="presParOf" srcId="{15BA5CC9-ACB2-4335-988D-2063616298EB}" destId="{21474C38-8CF8-4DA0-AFE7-CBCD82FB29E6}" srcOrd="23" destOrd="0" presId="urn:microsoft.com/office/officeart/2016/7/layout/RepeatingBendingProcessNew"/>
    <dgm:cxn modelId="{F270E935-25E7-470D-9401-71C27B08CCE5}" type="presParOf" srcId="{21474C38-8CF8-4DA0-AFE7-CBCD82FB29E6}" destId="{98EC1B22-9EF4-4697-8945-C143DFCC2005}" srcOrd="0" destOrd="0" presId="urn:microsoft.com/office/officeart/2016/7/layout/RepeatingBendingProcessNew"/>
    <dgm:cxn modelId="{59C1FF5B-5B9C-4992-8911-F506F158FE59}" type="presParOf" srcId="{15BA5CC9-ACB2-4335-988D-2063616298EB}" destId="{4744F8E8-8B17-49CA-A626-ABBE3CC6B358}" srcOrd="24" destOrd="0" presId="urn:microsoft.com/office/officeart/2016/7/layout/RepeatingBendingProcessNew"/>
    <dgm:cxn modelId="{B2AACC41-2D62-45F6-A507-B0EC7905B882}" type="presParOf" srcId="{15BA5CC9-ACB2-4335-988D-2063616298EB}" destId="{0933013C-FEDB-4659-81EF-ECA38C2C73EC}" srcOrd="25" destOrd="0" presId="urn:microsoft.com/office/officeart/2016/7/layout/RepeatingBendingProcessNew"/>
    <dgm:cxn modelId="{73C6E0AB-1D7C-4692-8B0B-E7A371E69B1C}" type="presParOf" srcId="{0933013C-FEDB-4659-81EF-ECA38C2C73EC}" destId="{8EB2B8ED-A42E-4502-BE54-D615B44BDE8D}" srcOrd="0" destOrd="0" presId="urn:microsoft.com/office/officeart/2016/7/layout/RepeatingBendingProcessNew"/>
    <dgm:cxn modelId="{8E041B68-3CE2-4364-A4FB-57FCA143F841}" type="presParOf" srcId="{15BA5CC9-ACB2-4335-988D-2063616298EB}" destId="{D9796536-4BAF-4237-9630-F685D4065BA0}" srcOrd="26" destOrd="0" presId="urn:microsoft.com/office/officeart/2016/7/layout/RepeatingBendingProcessNew"/>
    <dgm:cxn modelId="{D3A5184A-C940-4161-A7E3-9B682B4912E5}" type="presParOf" srcId="{15BA5CC9-ACB2-4335-988D-2063616298EB}" destId="{88CB2537-FC01-4301-B442-A9C0EDC48389}" srcOrd="27" destOrd="0" presId="urn:microsoft.com/office/officeart/2016/7/layout/RepeatingBendingProcessNew"/>
    <dgm:cxn modelId="{0C73DD76-C73B-4B5A-B5DE-E41F50D8DC36}" type="presParOf" srcId="{88CB2537-FC01-4301-B442-A9C0EDC48389}" destId="{39E3FB3B-4F53-444C-A37E-A5C2BBBE3C12}" srcOrd="0" destOrd="0" presId="urn:microsoft.com/office/officeart/2016/7/layout/RepeatingBendingProcessNew"/>
    <dgm:cxn modelId="{6EAAE780-55AA-450F-8E69-7C827356C1AC}" type="presParOf" srcId="{15BA5CC9-ACB2-4335-988D-2063616298EB}" destId="{CBF5413D-BBD0-4913-BCF4-AE902412A5CB}" srcOrd="28" destOrd="0" presId="urn:microsoft.com/office/officeart/2016/7/layout/RepeatingBendingProcessNew"/>
    <dgm:cxn modelId="{AAE7A07A-0A94-4DAE-8198-3232570E45A0}" type="presParOf" srcId="{15BA5CC9-ACB2-4335-988D-2063616298EB}" destId="{67A28425-1852-4B39-A917-31A702F2703C}" srcOrd="29" destOrd="0" presId="urn:microsoft.com/office/officeart/2016/7/layout/RepeatingBendingProcessNew"/>
    <dgm:cxn modelId="{ED47ED5F-B3B9-44D4-AEEA-3BAB5E1A6BD1}" type="presParOf" srcId="{67A28425-1852-4B39-A917-31A702F2703C}" destId="{D097F8D7-86DF-4530-80ED-E3A6DB74C4DF}" srcOrd="0" destOrd="0" presId="urn:microsoft.com/office/officeart/2016/7/layout/RepeatingBendingProcessNew"/>
    <dgm:cxn modelId="{4D12D084-418A-4123-B941-05BC1AA45E0E}" type="presParOf" srcId="{15BA5CC9-ACB2-4335-988D-2063616298EB}" destId="{47C4AC95-7896-4647-AE16-60EA8CC1DC47}" srcOrd="30" destOrd="0" presId="urn:microsoft.com/office/officeart/2016/7/layout/RepeatingBendingProcessNew"/>
    <dgm:cxn modelId="{25AB2C44-B90B-47A4-B490-7B3FD6685159}" type="presParOf" srcId="{15BA5CC9-ACB2-4335-988D-2063616298EB}" destId="{31CAD2E9-A84B-4864-B7AF-B00C078C4AAD}" srcOrd="31" destOrd="0" presId="urn:microsoft.com/office/officeart/2016/7/layout/RepeatingBendingProcessNew"/>
    <dgm:cxn modelId="{8C746206-7C46-48E7-9EBE-195F472E82A4}" type="presParOf" srcId="{31CAD2E9-A84B-4864-B7AF-B00C078C4AAD}" destId="{8F98BCAF-51CB-49D9-9FB4-401684D76D43}" srcOrd="0" destOrd="0" presId="urn:microsoft.com/office/officeart/2016/7/layout/RepeatingBendingProcessNew"/>
    <dgm:cxn modelId="{3175B853-7946-412B-B96F-E632C10B7048}" type="presParOf" srcId="{15BA5CC9-ACB2-4335-988D-2063616298EB}" destId="{F84D7583-5EC4-4265-AEFC-920139FDE56C}" srcOrd="32" destOrd="0" presId="urn:microsoft.com/office/officeart/2016/7/layout/RepeatingBendingProcessNew"/>
    <dgm:cxn modelId="{E7629F12-BBB1-4EEC-A01D-4793B3127BA4}" type="presParOf" srcId="{15BA5CC9-ACB2-4335-988D-2063616298EB}" destId="{A0FAFFCD-9A28-44A1-A2CA-8023B8FA3AF0}" srcOrd="33" destOrd="0" presId="urn:microsoft.com/office/officeart/2016/7/layout/RepeatingBendingProcessNew"/>
    <dgm:cxn modelId="{0F8C06DF-3B26-4500-99A1-C857004A63AC}" type="presParOf" srcId="{A0FAFFCD-9A28-44A1-A2CA-8023B8FA3AF0}" destId="{A4D930E9-A57D-4C99-A95D-5F6D6A03CD98}" srcOrd="0" destOrd="0" presId="urn:microsoft.com/office/officeart/2016/7/layout/RepeatingBendingProcessNew"/>
    <dgm:cxn modelId="{D5B15B20-FD30-479B-8E38-14E872204CE0}" type="presParOf" srcId="{15BA5CC9-ACB2-4335-988D-2063616298EB}" destId="{E24DCBEF-1B0C-446A-B0F6-EE3383B68137}" srcOrd="3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40F8D0-441C-476D-AF56-FAC55DDD3612}"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6E6104F-4E5D-42DF-AECD-D8F4D07045A0}">
      <dgm:prSet/>
      <dgm:spPr/>
      <dgm:t>
        <a:bodyPr/>
        <a:lstStyle/>
        <a:p>
          <a:pPr>
            <a:lnSpc>
              <a:spcPct val="100000"/>
            </a:lnSpc>
          </a:pPr>
          <a:r>
            <a:rPr lang="en-US" b="0" i="0" baseline="0"/>
            <a:t>In real life, we usually don’t have very large datasets or powerful GPUs. Instead, we often work with small, low-quality images that have low contrast, noise, and poor lighting. When we directly use a regular deep CNN on this type of data, the model can easily overfit, training becomes unstable, and test accuracy remains low, even if we spend a long time training.</a:t>
          </a:r>
          <a:endParaRPr lang="en-US"/>
        </a:p>
      </dgm:t>
    </dgm:pt>
    <dgm:pt modelId="{7B5EFCFC-0DB5-404C-9DDE-DB3B221BCA02}" type="parTrans" cxnId="{C351CB22-E6FF-456E-9251-A9DE9AC557D3}">
      <dgm:prSet/>
      <dgm:spPr/>
      <dgm:t>
        <a:bodyPr/>
        <a:lstStyle/>
        <a:p>
          <a:endParaRPr lang="en-US"/>
        </a:p>
      </dgm:t>
    </dgm:pt>
    <dgm:pt modelId="{516BD14D-4A08-420E-AFC2-151BABFA47FD}" type="sibTrans" cxnId="{C351CB22-E6FF-456E-9251-A9DE9AC557D3}">
      <dgm:prSet/>
      <dgm:spPr/>
      <dgm:t>
        <a:bodyPr/>
        <a:lstStyle/>
        <a:p>
          <a:endParaRPr lang="en-US"/>
        </a:p>
      </dgm:t>
    </dgm:pt>
    <dgm:pt modelId="{8E6BC778-946D-4F91-B922-6DB2B2C3EDDE}">
      <dgm:prSet/>
      <dgm:spPr/>
      <dgm:t>
        <a:bodyPr/>
        <a:lstStyle/>
        <a:p>
          <a:pPr>
            <a:lnSpc>
              <a:spcPct val="100000"/>
            </a:lnSpc>
          </a:pPr>
          <a:r>
            <a:rPr lang="en-US" b="0" i="0" baseline="0"/>
            <a:t>In a classroom or lab environment, we therefore need a method that is simple to understand, fast to train, and still able to give reasonable accuracy. This motivates us to design a lightweight and practical pipeline that can handle limited data and limited resources effectively.</a:t>
          </a:r>
          <a:endParaRPr lang="en-US"/>
        </a:p>
      </dgm:t>
    </dgm:pt>
    <dgm:pt modelId="{9711707E-1277-4D47-8761-50402A959805}" type="parTrans" cxnId="{E160E168-52BC-4E7D-A400-93B0158428FC}">
      <dgm:prSet/>
      <dgm:spPr/>
      <dgm:t>
        <a:bodyPr/>
        <a:lstStyle/>
        <a:p>
          <a:endParaRPr lang="en-US"/>
        </a:p>
      </dgm:t>
    </dgm:pt>
    <dgm:pt modelId="{F4461B6E-9C84-478D-AF90-EB872D88B271}" type="sibTrans" cxnId="{E160E168-52BC-4E7D-A400-93B0158428FC}">
      <dgm:prSet/>
      <dgm:spPr/>
      <dgm:t>
        <a:bodyPr/>
        <a:lstStyle/>
        <a:p>
          <a:endParaRPr lang="en-US"/>
        </a:p>
      </dgm:t>
    </dgm:pt>
    <dgm:pt modelId="{5B4A5CE1-2E79-4A04-82BD-BC7E2D08A867}" type="pres">
      <dgm:prSet presAssocID="{0C40F8D0-441C-476D-AF56-FAC55DDD3612}" presName="root" presStyleCnt="0">
        <dgm:presLayoutVars>
          <dgm:dir/>
          <dgm:resizeHandles val="exact"/>
        </dgm:presLayoutVars>
      </dgm:prSet>
      <dgm:spPr/>
    </dgm:pt>
    <dgm:pt modelId="{4D622CDC-D3C7-4563-AEA6-F58B0430104C}" type="pres">
      <dgm:prSet presAssocID="{D6E6104F-4E5D-42DF-AECD-D8F4D07045A0}" presName="compNode" presStyleCnt="0"/>
      <dgm:spPr/>
    </dgm:pt>
    <dgm:pt modelId="{730DAE91-E080-494F-86D1-5AD797E6E0E0}" type="pres">
      <dgm:prSet presAssocID="{D6E6104F-4E5D-42DF-AECD-D8F4D07045A0}" presName="bgRect" presStyleLbl="bgShp" presStyleIdx="0" presStyleCnt="2"/>
      <dgm:spPr/>
    </dgm:pt>
    <dgm:pt modelId="{E1BAC5E6-B99F-410B-ACA8-909667450F33}" type="pres">
      <dgm:prSet presAssocID="{D6E6104F-4E5D-42DF-AECD-D8F4D07045A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6839E83-ACEC-448B-83E3-C4538EBC03CC}" type="pres">
      <dgm:prSet presAssocID="{D6E6104F-4E5D-42DF-AECD-D8F4D07045A0}" presName="spaceRect" presStyleCnt="0"/>
      <dgm:spPr/>
    </dgm:pt>
    <dgm:pt modelId="{4E4DCE60-8B23-43A3-9F79-97C6E7BAA6AD}" type="pres">
      <dgm:prSet presAssocID="{D6E6104F-4E5D-42DF-AECD-D8F4D07045A0}" presName="parTx" presStyleLbl="revTx" presStyleIdx="0" presStyleCnt="2">
        <dgm:presLayoutVars>
          <dgm:chMax val="0"/>
          <dgm:chPref val="0"/>
        </dgm:presLayoutVars>
      </dgm:prSet>
      <dgm:spPr/>
    </dgm:pt>
    <dgm:pt modelId="{257DA75F-06A6-4D49-8456-F061E6BB6357}" type="pres">
      <dgm:prSet presAssocID="{516BD14D-4A08-420E-AFC2-151BABFA47FD}" presName="sibTrans" presStyleCnt="0"/>
      <dgm:spPr/>
    </dgm:pt>
    <dgm:pt modelId="{A4F5D31D-F479-4983-ACAC-569C9FA2A352}" type="pres">
      <dgm:prSet presAssocID="{8E6BC778-946D-4F91-B922-6DB2B2C3EDDE}" presName="compNode" presStyleCnt="0"/>
      <dgm:spPr/>
    </dgm:pt>
    <dgm:pt modelId="{28B9D03B-1BC5-43F6-BA88-9910AFC1B7A9}" type="pres">
      <dgm:prSet presAssocID="{8E6BC778-946D-4F91-B922-6DB2B2C3EDDE}" presName="bgRect" presStyleLbl="bgShp" presStyleIdx="1" presStyleCnt="2"/>
      <dgm:spPr/>
    </dgm:pt>
    <dgm:pt modelId="{0E5E943B-0C1F-4394-A736-BA816FFB99B2}" type="pres">
      <dgm:prSet presAssocID="{8E6BC778-946D-4F91-B922-6DB2B2C3EDD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lassroom"/>
        </a:ext>
      </dgm:extLst>
    </dgm:pt>
    <dgm:pt modelId="{7BD96F7A-16B7-49DF-ACAD-E7623305A2DE}" type="pres">
      <dgm:prSet presAssocID="{8E6BC778-946D-4F91-B922-6DB2B2C3EDDE}" presName="spaceRect" presStyleCnt="0"/>
      <dgm:spPr/>
    </dgm:pt>
    <dgm:pt modelId="{A53145AE-E6CD-4101-9FF7-6DC54EF8ADB4}" type="pres">
      <dgm:prSet presAssocID="{8E6BC778-946D-4F91-B922-6DB2B2C3EDDE}" presName="parTx" presStyleLbl="revTx" presStyleIdx="1" presStyleCnt="2">
        <dgm:presLayoutVars>
          <dgm:chMax val="0"/>
          <dgm:chPref val="0"/>
        </dgm:presLayoutVars>
      </dgm:prSet>
      <dgm:spPr/>
    </dgm:pt>
  </dgm:ptLst>
  <dgm:cxnLst>
    <dgm:cxn modelId="{C351CB22-E6FF-456E-9251-A9DE9AC557D3}" srcId="{0C40F8D0-441C-476D-AF56-FAC55DDD3612}" destId="{D6E6104F-4E5D-42DF-AECD-D8F4D07045A0}" srcOrd="0" destOrd="0" parTransId="{7B5EFCFC-0DB5-404C-9DDE-DB3B221BCA02}" sibTransId="{516BD14D-4A08-420E-AFC2-151BABFA47FD}"/>
    <dgm:cxn modelId="{8E78B05B-4B3C-410C-90D6-FA9595936E81}" type="presOf" srcId="{8E6BC778-946D-4F91-B922-6DB2B2C3EDDE}" destId="{A53145AE-E6CD-4101-9FF7-6DC54EF8ADB4}" srcOrd="0" destOrd="0" presId="urn:microsoft.com/office/officeart/2018/2/layout/IconVerticalSolidList"/>
    <dgm:cxn modelId="{E160E168-52BC-4E7D-A400-93B0158428FC}" srcId="{0C40F8D0-441C-476D-AF56-FAC55DDD3612}" destId="{8E6BC778-946D-4F91-B922-6DB2B2C3EDDE}" srcOrd="1" destOrd="0" parTransId="{9711707E-1277-4D47-8761-50402A959805}" sibTransId="{F4461B6E-9C84-478D-AF90-EB872D88B271}"/>
    <dgm:cxn modelId="{F8D4B57B-CAA2-4D37-9CC9-D316CEF47520}" type="presOf" srcId="{0C40F8D0-441C-476D-AF56-FAC55DDD3612}" destId="{5B4A5CE1-2E79-4A04-82BD-BC7E2D08A867}" srcOrd="0" destOrd="0" presId="urn:microsoft.com/office/officeart/2018/2/layout/IconVerticalSolidList"/>
    <dgm:cxn modelId="{BDC8998A-43A8-4596-85CF-7528CB1BF24B}" type="presOf" srcId="{D6E6104F-4E5D-42DF-AECD-D8F4D07045A0}" destId="{4E4DCE60-8B23-43A3-9F79-97C6E7BAA6AD}" srcOrd="0" destOrd="0" presId="urn:microsoft.com/office/officeart/2018/2/layout/IconVerticalSolidList"/>
    <dgm:cxn modelId="{399AE4B6-7CE9-4350-95A3-5BA065C5DCE8}" type="presParOf" srcId="{5B4A5CE1-2E79-4A04-82BD-BC7E2D08A867}" destId="{4D622CDC-D3C7-4563-AEA6-F58B0430104C}" srcOrd="0" destOrd="0" presId="urn:microsoft.com/office/officeart/2018/2/layout/IconVerticalSolidList"/>
    <dgm:cxn modelId="{205053D7-0600-4DD4-BEBF-2145F4CE3EB1}" type="presParOf" srcId="{4D622CDC-D3C7-4563-AEA6-F58B0430104C}" destId="{730DAE91-E080-494F-86D1-5AD797E6E0E0}" srcOrd="0" destOrd="0" presId="urn:microsoft.com/office/officeart/2018/2/layout/IconVerticalSolidList"/>
    <dgm:cxn modelId="{6C9F452E-A6D8-4690-BB0A-31C828617F7B}" type="presParOf" srcId="{4D622CDC-D3C7-4563-AEA6-F58B0430104C}" destId="{E1BAC5E6-B99F-410B-ACA8-909667450F33}" srcOrd="1" destOrd="0" presId="urn:microsoft.com/office/officeart/2018/2/layout/IconVerticalSolidList"/>
    <dgm:cxn modelId="{18E3524B-D6D4-46AC-BD7A-63FDC0120126}" type="presParOf" srcId="{4D622CDC-D3C7-4563-AEA6-F58B0430104C}" destId="{F6839E83-ACEC-448B-83E3-C4538EBC03CC}" srcOrd="2" destOrd="0" presId="urn:microsoft.com/office/officeart/2018/2/layout/IconVerticalSolidList"/>
    <dgm:cxn modelId="{A55BD839-3465-4A18-9929-0686B900F39E}" type="presParOf" srcId="{4D622CDC-D3C7-4563-AEA6-F58B0430104C}" destId="{4E4DCE60-8B23-43A3-9F79-97C6E7BAA6AD}" srcOrd="3" destOrd="0" presId="urn:microsoft.com/office/officeart/2018/2/layout/IconVerticalSolidList"/>
    <dgm:cxn modelId="{00301720-08BF-40B1-BC5E-74D27E4BE49A}" type="presParOf" srcId="{5B4A5CE1-2E79-4A04-82BD-BC7E2D08A867}" destId="{257DA75F-06A6-4D49-8456-F061E6BB6357}" srcOrd="1" destOrd="0" presId="urn:microsoft.com/office/officeart/2018/2/layout/IconVerticalSolidList"/>
    <dgm:cxn modelId="{DBDBE846-A292-4ACB-9BD2-0DF0F2FA1C77}" type="presParOf" srcId="{5B4A5CE1-2E79-4A04-82BD-BC7E2D08A867}" destId="{A4F5D31D-F479-4983-ACAC-569C9FA2A352}" srcOrd="2" destOrd="0" presId="urn:microsoft.com/office/officeart/2018/2/layout/IconVerticalSolidList"/>
    <dgm:cxn modelId="{09AEDC3B-DEA8-4F97-BD29-7C1E846FA99E}" type="presParOf" srcId="{A4F5D31D-F479-4983-ACAC-569C9FA2A352}" destId="{28B9D03B-1BC5-43F6-BA88-9910AFC1B7A9}" srcOrd="0" destOrd="0" presId="urn:microsoft.com/office/officeart/2018/2/layout/IconVerticalSolidList"/>
    <dgm:cxn modelId="{867F02DE-7A4B-4C09-ADBB-A6FDBD188ED4}" type="presParOf" srcId="{A4F5D31D-F479-4983-ACAC-569C9FA2A352}" destId="{0E5E943B-0C1F-4394-A736-BA816FFB99B2}" srcOrd="1" destOrd="0" presId="urn:microsoft.com/office/officeart/2018/2/layout/IconVerticalSolidList"/>
    <dgm:cxn modelId="{FAD11504-F74C-4FF3-A718-ECF010D25F28}" type="presParOf" srcId="{A4F5D31D-F479-4983-ACAC-569C9FA2A352}" destId="{7BD96F7A-16B7-49DF-ACAD-E7623305A2DE}" srcOrd="2" destOrd="0" presId="urn:microsoft.com/office/officeart/2018/2/layout/IconVerticalSolidList"/>
    <dgm:cxn modelId="{2FF73DE9-75B6-4950-AC27-74B63DD98A68}" type="presParOf" srcId="{A4F5D31D-F479-4983-ACAC-569C9FA2A352}" destId="{A53145AE-E6CD-4101-9FF7-6DC54EF8ADB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1127FA-8B2D-441B-BAAC-DBF568895FA3}"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US"/>
        </a:p>
      </dgm:t>
    </dgm:pt>
    <dgm:pt modelId="{27993720-DC4C-49E6-BFE7-33C173817A8B}">
      <dgm:prSet/>
      <dgm:spPr/>
      <dgm:t>
        <a:bodyPr/>
        <a:lstStyle/>
        <a:p>
          <a:r>
            <a:rPr lang="en-US" b="1"/>
            <a:t>Design a lightweight CNN</a:t>
          </a:r>
          <a:br>
            <a:rPr lang="en-US"/>
          </a:br>
          <a:r>
            <a:rPr lang="en-US"/>
            <a:t>Create a compact CNN architecture with fewer parameters so that it trains</a:t>
          </a:r>
          <a:r>
            <a:rPr lang="en-US" b="1"/>
            <a:t> </a:t>
          </a:r>
          <a:r>
            <a:rPr lang="en-US"/>
            <a:t>quickly but can still handle CIFAR-10 style images.</a:t>
          </a:r>
        </a:p>
      </dgm:t>
    </dgm:pt>
    <dgm:pt modelId="{B1B382C3-4E58-45CF-A02C-FDB9777DF156}" type="parTrans" cxnId="{5B3A8F87-B316-46B8-B150-3B645205A893}">
      <dgm:prSet/>
      <dgm:spPr/>
      <dgm:t>
        <a:bodyPr/>
        <a:lstStyle/>
        <a:p>
          <a:endParaRPr lang="en-US"/>
        </a:p>
      </dgm:t>
    </dgm:pt>
    <dgm:pt modelId="{3F69448A-ED63-4CC2-BB48-CCAC01202320}" type="sibTrans" cxnId="{5B3A8F87-B316-46B8-B150-3B645205A893}">
      <dgm:prSet/>
      <dgm:spPr/>
      <dgm:t>
        <a:bodyPr/>
        <a:lstStyle/>
        <a:p>
          <a:endParaRPr lang="en-US"/>
        </a:p>
      </dgm:t>
    </dgm:pt>
    <dgm:pt modelId="{E57D6762-522B-4349-815D-28B1908A30DE}">
      <dgm:prSet/>
      <dgm:spPr/>
      <dgm:t>
        <a:bodyPr/>
        <a:lstStyle/>
        <a:p>
          <a:r>
            <a:rPr lang="en-US" b="1"/>
            <a:t>Improve image quality before training</a:t>
          </a:r>
          <a:br>
            <a:rPr lang="en-US"/>
          </a:br>
          <a:r>
            <a:rPr lang="en-US"/>
            <a:t>Use CLAHE</a:t>
          </a:r>
          <a:r>
            <a:rPr lang="en-US" b="1"/>
            <a:t> </a:t>
          </a:r>
          <a:r>
            <a:rPr lang="en-US"/>
            <a:t>and</a:t>
          </a:r>
          <a:r>
            <a:rPr lang="en-US" b="1"/>
            <a:t> </a:t>
          </a:r>
          <a:r>
            <a:rPr lang="en-US"/>
            <a:t>normalization to enhance contrast and make important structures in the images more visible to the network.</a:t>
          </a:r>
        </a:p>
      </dgm:t>
    </dgm:pt>
    <dgm:pt modelId="{6A2D954A-5469-40D5-9FCF-9ACA19B002C1}" type="parTrans" cxnId="{96531DE5-AB86-4408-A34C-2D0F5D50331E}">
      <dgm:prSet/>
      <dgm:spPr/>
      <dgm:t>
        <a:bodyPr/>
        <a:lstStyle/>
        <a:p>
          <a:endParaRPr lang="en-US"/>
        </a:p>
      </dgm:t>
    </dgm:pt>
    <dgm:pt modelId="{C3DE09B0-11FF-4E71-83F4-8674FC2BC783}" type="sibTrans" cxnId="{96531DE5-AB86-4408-A34C-2D0F5D50331E}">
      <dgm:prSet/>
      <dgm:spPr/>
      <dgm:t>
        <a:bodyPr/>
        <a:lstStyle/>
        <a:p>
          <a:endParaRPr lang="en-US"/>
        </a:p>
      </dgm:t>
    </dgm:pt>
    <dgm:pt modelId="{74A903A6-CB0B-43C9-8D9B-77020744F64C}">
      <dgm:prSet/>
      <dgm:spPr/>
      <dgm:t>
        <a:bodyPr/>
        <a:lstStyle/>
        <a:p>
          <a:r>
            <a:rPr lang="en-US" b="1"/>
            <a:t>Increase data diversity</a:t>
          </a:r>
          <a:br>
            <a:rPr lang="en-US"/>
          </a:br>
          <a:r>
            <a:rPr lang="en-US"/>
            <a:t>Apply data</a:t>
          </a:r>
          <a:r>
            <a:rPr lang="en-US" b="1"/>
            <a:t> </a:t>
          </a:r>
          <a:r>
            <a:rPr lang="en-US"/>
            <a:t>augmentation (random flips, small rotations, translations, zooms) to reduce</a:t>
          </a:r>
          <a:r>
            <a:rPr lang="en-US" b="1"/>
            <a:t> </a:t>
          </a:r>
          <a:r>
            <a:rPr lang="en-US"/>
            <a:t>overfitting and make the model more robust.</a:t>
          </a:r>
        </a:p>
      </dgm:t>
    </dgm:pt>
    <dgm:pt modelId="{42D43394-6D5F-4B34-9F3A-AB16F3312399}" type="parTrans" cxnId="{34D381A8-5B9A-40CE-A105-DABA0F1B48EC}">
      <dgm:prSet/>
      <dgm:spPr/>
      <dgm:t>
        <a:bodyPr/>
        <a:lstStyle/>
        <a:p>
          <a:endParaRPr lang="en-US"/>
        </a:p>
      </dgm:t>
    </dgm:pt>
    <dgm:pt modelId="{4C65E2C2-ADB1-4084-8A37-2CC5487B1BC1}" type="sibTrans" cxnId="{34D381A8-5B9A-40CE-A105-DABA0F1B48EC}">
      <dgm:prSet/>
      <dgm:spPr/>
      <dgm:t>
        <a:bodyPr/>
        <a:lstStyle/>
        <a:p>
          <a:endParaRPr lang="en-US"/>
        </a:p>
      </dgm:t>
    </dgm:pt>
    <dgm:pt modelId="{B24A045A-06F5-4FAB-94AA-CE33AF4CCB3E}">
      <dgm:prSet/>
      <dgm:spPr/>
      <dgm:t>
        <a:bodyPr/>
        <a:lstStyle/>
        <a:p>
          <a:r>
            <a:rPr lang="en-US" b="1"/>
            <a:t>Evaluate and understand the model</a:t>
          </a:r>
          <a:br>
            <a:rPr lang="en-US"/>
          </a:br>
          <a:r>
            <a:rPr lang="en-US"/>
            <a:t>Test the model on a separate test set and measure accuracy</a:t>
          </a:r>
          <a:r>
            <a:rPr lang="en-US" b="1"/>
            <a:t>, </a:t>
          </a:r>
          <a:r>
            <a:rPr lang="en-US"/>
            <a:t>precision</a:t>
          </a:r>
          <a:r>
            <a:rPr lang="en-US" b="1"/>
            <a:t>, </a:t>
          </a:r>
          <a:r>
            <a:rPr lang="en-US"/>
            <a:t>recall</a:t>
          </a:r>
          <a:r>
            <a:rPr lang="en-US" b="1"/>
            <a:t>, </a:t>
          </a:r>
          <a:r>
            <a:rPr lang="en-US"/>
            <a:t>and</a:t>
          </a:r>
          <a:r>
            <a:rPr lang="en-US" b="1"/>
            <a:t> </a:t>
          </a:r>
          <a:r>
            <a:rPr lang="en-US"/>
            <a:t>F1-score, and visualize feature</a:t>
          </a:r>
          <a:r>
            <a:rPr lang="en-US" b="1"/>
            <a:t> </a:t>
          </a:r>
          <a:r>
            <a:rPr lang="en-US"/>
            <a:t>maps to see what the CNN is learning.</a:t>
          </a:r>
        </a:p>
      </dgm:t>
    </dgm:pt>
    <dgm:pt modelId="{A16DD544-21C9-43B3-9805-5E52B40806EC}" type="parTrans" cxnId="{890B4BAB-C0D2-43E4-B542-E91D4E3C36C2}">
      <dgm:prSet/>
      <dgm:spPr/>
      <dgm:t>
        <a:bodyPr/>
        <a:lstStyle/>
        <a:p>
          <a:endParaRPr lang="en-US"/>
        </a:p>
      </dgm:t>
    </dgm:pt>
    <dgm:pt modelId="{E4CAF4C4-651E-4AFD-A519-C80B36FDBB36}" type="sibTrans" cxnId="{890B4BAB-C0D2-43E4-B542-E91D4E3C36C2}">
      <dgm:prSet/>
      <dgm:spPr/>
      <dgm:t>
        <a:bodyPr/>
        <a:lstStyle/>
        <a:p>
          <a:endParaRPr lang="en-US"/>
        </a:p>
      </dgm:t>
    </dgm:pt>
    <dgm:pt modelId="{16200E69-2655-43D1-B8FF-56D36BAA8DD8}" type="pres">
      <dgm:prSet presAssocID="{4F1127FA-8B2D-441B-BAAC-DBF568895FA3}" presName="cycle" presStyleCnt="0">
        <dgm:presLayoutVars>
          <dgm:dir/>
          <dgm:resizeHandles val="exact"/>
        </dgm:presLayoutVars>
      </dgm:prSet>
      <dgm:spPr/>
    </dgm:pt>
    <dgm:pt modelId="{9C8331A8-80B7-4D13-8555-C915D00DC70D}" type="pres">
      <dgm:prSet presAssocID="{27993720-DC4C-49E6-BFE7-33C173817A8B}" presName="dummy" presStyleCnt="0"/>
      <dgm:spPr/>
    </dgm:pt>
    <dgm:pt modelId="{93274DAF-7F68-456E-8163-062F7E5E3FE1}" type="pres">
      <dgm:prSet presAssocID="{27993720-DC4C-49E6-BFE7-33C173817A8B}" presName="node" presStyleLbl="revTx" presStyleIdx="0" presStyleCnt="4">
        <dgm:presLayoutVars>
          <dgm:bulletEnabled val="1"/>
        </dgm:presLayoutVars>
      </dgm:prSet>
      <dgm:spPr/>
    </dgm:pt>
    <dgm:pt modelId="{FC25E573-0445-4705-994D-1D811D0962E9}" type="pres">
      <dgm:prSet presAssocID="{3F69448A-ED63-4CC2-BB48-CCAC01202320}" presName="sibTrans" presStyleLbl="node1" presStyleIdx="0" presStyleCnt="4"/>
      <dgm:spPr/>
    </dgm:pt>
    <dgm:pt modelId="{A9E30AB1-3C2B-4754-993B-BEECADB31AC6}" type="pres">
      <dgm:prSet presAssocID="{E57D6762-522B-4349-815D-28B1908A30DE}" presName="dummy" presStyleCnt="0"/>
      <dgm:spPr/>
    </dgm:pt>
    <dgm:pt modelId="{E2F33CF3-B9BD-4D88-BB1C-AFC345D26DFC}" type="pres">
      <dgm:prSet presAssocID="{E57D6762-522B-4349-815D-28B1908A30DE}" presName="node" presStyleLbl="revTx" presStyleIdx="1" presStyleCnt="4">
        <dgm:presLayoutVars>
          <dgm:bulletEnabled val="1"/>
        </dgm:presLayoutVars>
      </dgm:prSet>
      <dgm:spPr/>
    </dgm:pt>
    <dgm:pt modelId="{AADAEA7E-33B2-45A9-93AA-ACCB3F7F84DF}" type="pres">
      <dgm:prSet presAssocID="{C3DE09B0-11FF-4E71-83F4-8674FC2BC783}" presName="sibTrans" presStyleLbl="node1" presStyleIdx="1" presStyleCnt="4"/>
      <dgm:spPr/>
    </dgm:pt>
    <dgm:pt modelId="{83A7AC5E-FF2F-48D0-A877-712A3B297AE0}" type="pres">
      <dgm:prSet presAssocID="{74A903A6-CB0B-43C9-8D9B-77020744F64C}" presName="dummy" presStyleCnt="0"/>
      <dgm:spPr/>
    </dgm:pt>
    <dgm:pt modelId="{F99BD155-00C5-43D9-9522-035F2B1299EF}" type="pres">
      <dgm:prSet presAssocID="{74A903A6-CB0B-43C9-8D9B-77020744F64C}" presName="node" presStyleLbl="revTx" presStyleIdx="2" presStyleCnt="4">
        <dgm:presLayoutVars>
          <dgm:bulletEnabled val="1"/>
        </dgm:presLayoutVars>
      </dgm:prSet>
      <dgm:spPr/>
    </dgm:pt>
    <dgm:pt modelId="{19FDB1F5-DD4F-4AA3-A139-F4A50E12C10A}" type="pres">
      <dgm:prSet presAssocID="{4C65E2C2-ADB1-4084-8A37-2CC5487B1BC1}" presName="sibTrans" presStyleLbl="node1" presStyleIdx="2" presStyleCnt="4"/>
      <dgm:spPr/>
    </dgm:pt>
    <dgm:pt modelId="{8829E794-293E-4485-BB41-0F3B3C11A44D}" type="pres">
      <dgm:prSet presAssocID="{B24A045A-06F5-4FAB-94AA-CE33AF4CCB3E}" presName="dummy" presStyleCnt="0"/>
      <dgm:spPr/>
    </dgm:pt>
    <dgm:pt modelId="{B4DEBCF4-96CF-43B6-BE98-AF2E27914C89}" type="pres">
      <dgm:prSet presAssocID="{B24A045A-06F5-4FAB-94AA-CE33AF4CCB3E}" presName="node" presStyleLbl="revTx" presStyleIdx="3" presStyleCnt="4">
        <dgm:presLayoutVars>
          <dgm:bulletEnabled val="1"/>
        </dgm:presLayoutVars>
      </dgm:prSet>
      <dgm:spPr/>
    </dgm:pt>
    <dgm:pt modelId="{D1037A68-A0BD-4F23-BAFE-57EA647FD3EE}" type="pres">
      <dgm:prSet presAssocID="{E4CAF4C4-651E-4AFD-A519-C80B36FDBB36}" presName="sibTrans" presStyleLbl="node1" presStyleIdx="3" presStyleCnt="4"/>
      <dgm:spPr/>
    </dgm:pt>
  </dgm:ptLst>
  <dgm:cxnLst>
    <dgm:cxn modelId="{83149E0E-D8FD-4744-9067-37B91A64404D}" type="presOf" srcId="{E4CAF4C4-651E-4AFD-A519-C80B36FDBB36}" destId="{D1037A68-A0BD-4F23-BAFE-57EA647FD3EE}" srcOrd="0" destOrd="0" presId="urn:microsoft.com/office/officeart/2005/8/layout/cycle1"/>
    <dgm:cxn modelId="{85D41465-0658-43C5-B169-06B2762A3F66}" type="presOf" srcId="{74A903A6-CB0B-43C9-8D9B-77020744F64C}" destId="{F99BD155-00C5-43D9-9522-035F2B1299EF}" srcOrd="0" destOrd="0" presId="urn:microsoft.com/office/officeart/2005/8/layout/cycle1"/>
    <dgm:cxn modelId="{EA06BD4D-039B-4000-9074-A7A8C81F7AE4}" type="presOf" srcId="{4F1127FA-8B2D-441B-BAAC-DBF568895FA3}" destId="{16200E69-2655-43D1-B8FF-56D36BAA8DD8}" srcOrd="0" destOrd="0" presId="urn:microsoft.com/office/officeart/2005/8/layout/cycle1"/>
    <dgm:cxn modelId="{0D7BBD6F-179C-4117-B88D-72F1E898749D}" type="presOf" srcId="{B24A045A-06F5-4FAB-94AA-CE33AF4CCB3E}" destId="{B4DEBCF4-96CF-43B6-BE98-AF2E27914C89}" srcOrd="0" destOrd="0" presId="urn:microsoft.com/office/officeart/2005/8/layout/cycle1"/>
    <dgm:cxn modelId="{E473A273-72EC-4E16-B57E-593D1A192B6C}" type="presOf" srcId="{E57D6762-522B-4349-815D-28B1908A30DE}" destId="{E2F33CF3-B9BD-4D88-BB1C-AFC345D26DFC}" srcOrd="0" destOrd="0" presId="urn:microsoft.com/office/officeart/2005/8/layout/cycle1"/>
    <dgm:cxn modelId="{66D78E56-99D5-4F98-BDC0-D669DF360097}" type="presOf" srcId="{4C65E2C2-ADB1-4084-8A37-2CC5487B1BC1}" destId="{19FDB1F5-DD4F-4AA3-A139-F4A50E12C10A}" srcOrd="0" destOrd="0" presId="urn:microsoft.com/office/officeart/2005/8/layout/cycle1"/>
    <dgm:cxn modelId="{5B3A8F87-B316-46B8-B150-3B645205A893}" srcId="{4F1127FA-8B2D-441B-BAAC-DBF568895FA3}" destId="{27993720-DC4C-49E6-BFE7-33C173817A8B}" srcOrd="0" destOrd="0" parTransId="{B1B382C3-4E58-45CF-A02C-FDB9777DF156}" sibTransId="{3F69448A-ED63-4CC2-BB48-CCAC01202320}"/>
    <dgm:cxn modelId="{AC6DDF8F-F226-4D3C-B772-C22F104E1145}" type="presOf" srcId="{27993720-DC4C-49E6-BFE7-33C173817A8B}" destId="{93274DAF-7F68-456E-8163-062F7E5E3FE1}" srcOrd="0" destOrd="0" presId="urn:microsoft.com/office/officeart/2005/8/layout/cycle1"/>
    <dgm:cxn modelId="{0C3F77A6-87A8-4E0C-A359-D1371800C82C}" type="presOf" srcId="{C3DE09B0-11FF-4E71-83F4-8674FC2BC783}" destId="{AADAEA7E-33B2-45A9-93AA-ACCB3F7F84DF}" srcOrd="0" destOrd="0" presId="urn:microsoft.com/office/officeart/2005/8/layout/cycle1"/>
    <dgm:cxn modelId="{34D381A8-5B9A-40CE-A105-DABA0F1B48EC}" srcId="{4F1127FA-8B2D-441B-BAAC-DBF568895FA3}" destId="{74A903A6-CB0B-43C9-8D9B-77020744F64C}" srcOrd="2" destOrd="0" parTransId="{42D43394-6D5F-4B34-9F3A-AB16F3312399}" sibTransId="{4C65E2C2-ADB1-4084-8A37-2CC5487B1BC1}"/>
    <dgm:cxn modelId="{890B4BAB-C0D2-43E4-B542-E91D4E3C36C2}" srcId="{4F1127FA-8B2D-441B-BAAC-DBF568895FA3}" destId="{B24A045A-06F5-4FAB-94AA-CE33AF4CCB3E}" srcOrd="3" destOrd="0" parTransId="{A16DD544-21C9-43B3-9805-5E52B40806EC}" sibTransId="{E4CAF4C4-651E-4AFD-A519-C80B36FDBB36}"/>
    <dgm:cxn modelId="{ED5F57CD-791E-421E-9F93-E207E3A63FCF}" type="presOf" srcId="{3F69448A-ED63-4CC2-BB48-CCAC01202320}" destId="{FC25E573-0445-4705-994D-1D811D0962E9}" srcOrd="0" destOrd="0" presId="urn:microsoft.com/office/officeart/2005/8/layout/cycle1"/>
    <dgm:cxn modelId="{96531DE5-AB86-4408-A34C-2D0F5D50331E}" srcId="{4F1127FA-8B2D-441B-BAAC-DBF568895FA3}" destId="{E57D6762-522B-4349-815D-28B1908A30DE}" srcOrd="1" destOrd="0" parTransId="{6A2D954A-5469-40D5-9FCF-9ACA19B002C1}" sibTransId="{C3DE09B0-11FF-4E71-83F4-8674FC2BC783}"/>
    <dgm:cxn modelId="{6BE33BBF-D97D-452E-BD85-838514C312A7}" type="presParOf" srcId="{16200E69-2655-43D1-B8FF-56D36BAA8DD8}" destId="{9C8331A8-80B7-4D13-8555-C915D00DC70D}" srcOrd="0" destOrd="0" presId="urn:microsoft.com/office/officeart/2005/8/layout/cycle1"/>
    <dgm:cxn modelId="{D1D095A6-A959-4436-915A-34CCDB3AD262}" type="presParOf" srcId="{16200E69-2655-43D1-B8FF-56D36BAA8DD8}" destId="{93274DAF-7F68-456E-8163-062F7E5E3FE1}" srcOrd="1" destOrd="0" presId="urn:microsoft.com/office/officeart/2005/8/layout/cycle1"/>
    <dgm:cxn modelId="{C2A672B9-C167-4C39-AABF-E8488C537BDE}" type="presParOf" srcId="{16200E69-2655-43D1-B8FF-56D36BAA8DD8}" destId="{FC25E573-0445-4705-994D-1D811D0962E9}" srcOrd="2" destOrd="0" presId="urn:microsoft.com/office/officeart/2005/8/layout/cycle1"/>
    <dgm:cxn modelId="{521F7848-4C00-438A-A46D-34B43633BCDB}" type="presParOf" srcId="{16200E69-2655-43D1-B8FF-56D36BAA8DD8}" destId="{A9E30AB1-3C2B-4754-993B-BEECADB31AC6}" srcOrd="3" destOrd="0" presId="urn:microsoft.com/office/officeart/2005/8/layout/cycle1"/>
    <dgm:cxn modelId="{4F961327-4F3D-415D-82B6-9C6727B67D99}" type="presParOf" srcId="{16200E69-2655-43D1-B8FF-56D36BAA8DD8}" destId="{E2F33CF3-B9BD-4D88-BB1C-AFC345D26DFC}" srcOrd="4" destOrd="0" presId="urn:microsoft.com/office/officeart/2005/8/layout/cycle1"/>
    <dgm:cxn modelId="{28055747-9315-4507-AA06-C50A85FC7150}" type="presParOf" srcId="{16200E69-2655-43D1-B8FF-56D36BAA8DD8}" destId="{AADAEA7E-33B2-45A9-93AA-ACCB3F7F84DF}" srcOrd="5" destOrd="0" presId="urn:microsoft.com/office/officeart/2005/8/layout/cycle1"/>
    <dgm:cxn modelId="{EEF3B902-54F1-4678-AF15-1D5D8241EEFE}" type="presParOf" srcId="{16200E69-2655-43D1-B8FF-56D36BAA8DD8}" destId="{83A7AC5E-FF2F-48D0-A877-712A3B297AE0}" srcOrd="6" destOrd="0" presId="urn:microsoft.com/office/officeart/2005/8/layout/cycle1"/>
    <dgm:cxn modelId="{738BBF8E-9C5C-4EBF-B4FB-B8A6E1CCC926}" type="presParOf" srcId="{16200E69-2655-43D1-B8FF-56D36BAA8DD8}" destId="{F99BD155-00C5-43D9-9522-035F2B1299EF}" srcOrd="7" destOrd="0" presId="urn:microsoft.com/office/officeart/2005/8/layout/cycle1"/>
    <dgm:cxn modelId="{4B469DDC-06A4-48AC-9E38-44551265D394}" type="presParOf" srcId="{16200E69-2655-43D1-B8FF-56D36BAA8DD8}" destId="{19FDB1F5-DD4F-4AA3-A139-F4A50E12C10A}" srcOrd="8" destOrd="0" presId="urn:microsoft.com/office/officeart/2005/8/layout/cycle1"/>
    <dgm:cxn modelId="{21ECE293-F4B2-444C-87A4-EBDD09B45421}" type="presParOf" srcId="{16200E69-2655-43D1-B8FF-56D36BAA8DD8}" destId="{8829E794-293E-4485-BB41-0F3B3C11A44D}" srcOrd="9" destOrd="0" presId="urn:microsoft.com/office/officeart/2005/8/layout/cycle1"/>
    <dgm:cxn modelId="{7818DB99-F77A-4A4F-8AB7-3B50169DB930}" type="presParOf" srcId="{16200E69-2655-43D1-B8FF-56D36BAA8DD8}" destId="{B4DEBCF4-96CF-43B6-BE98-AF2E27914C89}" srcOrd="10" destOrd="0" presId="urn:microsoft.com/office/officeart/2005/8/layout/cycle1"/>
    <dgm:cxn modelId="{B7519500-31FE-40D9-9ED5-6712D446EA84}" type="presParOf" srcId="{16200E69-2655-43D1-B8FF-56D36BAA8DD8}" destId="{D1037A68-A0BD-4F23-BAFE-57EA647FD3EE}" srcOrd="11"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110E1C6-362F-49A4-AE58-D9D5F297DD5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3DDA039-C518-45CC-AB1B-089D414B006B}">
      <dgm:prSet custT="1"/>
      <dgm:spPr/>
      <dgm:t>
        <a:bodyPr/>
        <a:lstStyle/>
        <a:p>
          <a:r>
            <a:rPr lang="en-US" sz="1600" dirty="0"/>
            <a:t>In this project, every image in the CIFAR-10 subset is passed through a preprocessing pipeline before being used for training. The main goal of this step is to improve the visual quality of the images so that the CNN can learn more meaningful patterns from them.</a:t>
          </a:r>
        </a:p>
      </dgm:t>
    </dgm:pt>
    <dgm:pt modelId="{EAC626F7-9EC8-4A7F-A5CE-39444E48A4FF}" type="parTrans" cxnId="{3B4896AA-9E73-4B71-9B50-BC54AC4F4CAB}">
      <dgm:prSet/>
      <dgm:spPr/>
      <dgm:t>
        <a:bodyPr/>
        <a:lstStyle/>
        <a:p>
          <a:endParaRPr lang="en-US"/>
        </a:p>
      </dgm:t>
    </dgm:pt>
    <dgm:pt modelId="{D535E37E-80A5-4464-AFC7-22BADFB5200D}" type="sibTrans" cxnId="{3B4896AA-9E73-4B71-9B50-BC54AC4F4CAB}">
      <dgm:prSet/>
      <dgm:spPr/>
      <dgm:t>
        <a:bodyPr/>
        <a:lstStyle/>
        <a:p>
          <a:endParaRPr lang="en-US"/>
        </a:p>
      </dgm:t>
    </dgm:pt>
    <dgm:pt modelId="{9F43E097-E33A-40B6-9ADF-B345D7B4181D}">
      <dgm:prSet custT="1"/>
      <dgm:spPr/>
      <dgm:t>
        <a:bodyPr/>
        <a:lstStyle/>
        <a:p>
          <a:r>
            <a:rPr lang="en-US" sz="1600" dirty="0"/>
            <a:t>First, we apply </a:t>
          </a:r>
          <a:r>
            <a:rPr lang="en-US" sz="1600" b="1" dirty="0"/>
            <a:t>CLAHE (Contrast Limited Adaptive Histogram Equalization)</a:t>
          </a:r>
          <a:r>
            <a:rPr lang="en-US" sz="1600" dirty="0"/>
            <a:t> to each image. CLAHE enhances local contrast in small regions of the image, which helps to bring out important edges, textures and object details, especially in low-contrast or unevenly lit areas. This makes features like boundaries and shapes more visible to the model.</a:t>
          </a:r>
        </a:p>
      </dgm:t>
    </dgm:pt>
    <dgm:pt modelId="{D31C44C7-628B-4AA0-AE3C-7657F2AB15B4}" type="parTrans" cxnId="{5EE15513-7393-41D2-944E-03FCDB7C7A59}">
      <dgm:prSet/>
      <dgm:spPr/>
      <dgm:t>
        <a:bodyPr/>
        <a:lstStyle/>
        <a:p>
          <a:endParaRPr lang="en-US"/>
        </a:p>
      </dgm:t>
    </dgm:pt>
    <dgm:pt modelId="{F0A31F69-026B-4B58-8E48-A480842B9D1C}" type="sibTrans" cxnId="{5EE15513-7393-41D2-944E-03FCDB7C7A59}">
      <dgm:prSet/>
      <dgm:spPr/>
      <dgm:t>
        <a:bodyPr/>
        <a:lstStyle/>
        <a:p>
          <a:endParaRPr lang="en-US"/>
        </a:p>
      </dgm:t>
    </dgm:pt>
    <dgm:pt modelId="{964B980D-9A25-4A9F-80F5-BBFD3CB884AA}">
      <dgm:prSet custT="1"/>
      <dgm:spPr/>
      <dgm:t>
        <a:bodyPr/>
        <a:lstStyle/>
        <a:p>
          <a:r>
            <a:rPr lang="en-US" sz="1600" dirty="0"/>
            <a:t>After contrast enhancement, we perform </a:t>
          </a:r>
          <a:r>
            <a:rPr lang="en-US" sz="1600" b="1" dirty="0"/>
            <a:t>normalization</a:t>
          </a:r>
          <a:r>
            <a:rPr lang="en-US" sz="1600" dirty="0"/>
            <a:t> on the pixel values. The images are scaled to a suitable numerical range (for example [0, 1] or standardized using mean and standard deviation), so that all channels are on a similar scale. This step stabilizes training, helps the optimizer converge faster, and generally improves the overall performance of the CNN.</a:t>
          </a:r>
        </a:p>
      </dgm:t>
    </dgm:pt>
    <dgm:pt modelId="{114A400D-09D7-48EC-B5DD-4C2904E4984D}" type="parTrans" cxnId="{A3B858E5-0941-4CA3-AB81-3792B7261F4F}">
      <dgm:prSet/>
      <dgm:spPr/>
      <dgm:t>
        <a:bodyPr/>
        <a:lstStyle/>
        <a:p>
          <a:endParaRPr lang="en-US"/>
        </a:p>
      </dgm:t>
    </dgm:pt>
    <dgm:pt modelId="{18181129-6199-44EA-8BE7-63DFF2048D8C}" type="sibTrans" cxnId="{A3B858E5-0941-4CA3-AB81-3792B7261F4F}">
      <dgm:prSet/>
      <dgm:spPr/>
      <dgm:t>
        <a:bodyPr/>
        <a:lstStyle/>
        <a:p>
          <a:endParaRPr lang="en-US"/>
        </a:p>
      </dgm:t>
    </dgm:pt>
    <dgm:pt modelId="{379A90F7-FAD0-4DBC-AFD2-3AACDC7FB52D}" type="pres">
      <dgm:prSet presAssocID="{E110E1C6-362F-49A4-AE58-D9D5F297DD56}" presName="root" presStyleCnt="0">
        <dgm:presLayoutVars>
          <dgm:dir/>
          <dgm:resizeHandles val="exact"/>
        </dgm:presLayoutVars>
      </dgm:prSet>
      <dgm:spPr/>
    </dgm:pt>
    <dgm:pt modelId="{80AFF8FA-2574-456B-9BFC-4DF47614602E}" type="pres">
      <dgm:prSet presAssocID="{E110E1C6-362F-49A4-AE58-D9D5F297DD56}" presName="container" presStyleCnt="0">
        <dgm:presLayoutVars>
          <dgm:dir/>
          <dgm:resizeHandles val="exact"/>
        </dgm:presLayoutVars>
      </dgm:prSet>
      <dgm:spPr/>
    </dgm:pt>
    <dgm:pt modelId="{A13EFF71-3493-4376-8D43-D2D48D250071}" type="pres">
      <dgm:prSet presAssocID="{33DDA039-C518-45CC-AB1B-089D414B006B}" presName="compNode" presStyleCnt="0"/>
      <dgm:spPr/>
    </dgm:pt>
    <dgm:pt modelId="{60023ADD-0066-4958-8486-E03789125F6E}" type="pres">
      <dgm:prSet presAssocID="{33DDA039-C518-45CC-AB1B-089D414B006B}" presName="iconBgRect" presStyleLbl="bgShp" presStyleIdx="0" presStyleCnt="3"/>
      <dgm:spPr/>
    </dgm:pt>
    <dgm:pt modelId="{A635E8AE-9FD7-4803-8DCA-97ABAFB2273A}" type="pres">
      <dgm:prSet presAssocID="{33DDA039-C518-45CC-AB1B-089D414B006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esentation with Checklist"/>
        </a:ext>
      </dgm:extLst>
    </dgm:pt>
    <dgm:pt modelId="{734E6A78-E59D-4C0C-BB69-973BFAA78CB8}" type="pres">
      <dgm:prSet presAssocID="{33DDA039-C518-45CC-AB1B-089D414B006B}" presName="spaceRect" presStyleCnt="0"/>
      <dgm:spPr/>
    </dgm:pt>
    <dgm:pt modelId="{F6C44C75-B901-41F5-B5A2-BF306275467A}" type="pres">
      <dgm:prSet presAssocID="{33DDA039-C518-45CC-AB1B-089D414B006B}" presName="textRect" presStyleLbl="revTx" presStyleIdx="0" presStyleCnt="3">
        <dgm:presLayoutVars>
          <dgm:chMax val="1"/>
          <dgm:chPref val="1"/>
        </dgm:presLayoutVars>
      </dgm:prSet>
      <dgm:spPr/>
    </dgm:pt>
    <dgm:pt modelId="{7C5CB698-53A0-48D0-88D9-6F24841EEBF7}" type="pres">
      <dgm:prSet presAssocID="{D535E37E-80A5-4464-AFC7-22BADFB5200D}" presName="sibTrans" presStyleLbl="sibTrans2D1" presStyleIdx="0" presStyleCnt="0"/>
      <dgm:spPr/>
    </dgm:pt>
    <dgm:pt modelId="{3607AC40-C8E5-4CBB-A984-02B32C102802}" type="pres">
      <dgm:prSet presAssocID="{9F43E097-E33A-40B6-9ADF-B345D7B4181D}" presName="compNode" presStyleCnt="0"/>
      <dgm:spPr/>
    </dgm:pt>
    <dgm:pt modelId="{6A2E84D7-2CF3-44DF-9EC3-B80FF83EDC0C}" type="pres">
      <dgm:prSet presAssocID="{9F43E097-E33A-40B6-9ADF-B345D7B4181D}" presName="iconBgRect" presStyleLbl="bgShp" presStyleIdx="1" presStyleCnt="3"/>
      <dgm:spPr/>
    </dgm:pt>
    <dgm:pt modelId="{CAC62756-6616-4A98-89B1-77528EF5D107}" type="pres">
      <dgm:prSet presAssocID="{9F43E097-E33A-40B6-9ADF-B345D7B4181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Pie Chart"/>
        </a:ext>
      </dgm:extLst>
    </dgm:pt>
    <dgm:pt modelId="{25D6192A-93A7-4323-B0D5-7EB681AE555F}" type="pres">
      <dgm:prSet presAssocID="{9F43E097-E33A-40B6-9ADF-B345D7B4181D}" presName="spaceRect" presStyleCnt="0"/>
      <dgm:spPr/>
    </dgm:pt>
    <dgm:pt modelId="{E3237567-FC8A-4483-96FB-8BBE0645F35B}" type="pres">
      <dgm:prSet presAssocID="{9F43E097-E33A-40B6-9ADF-B345D7B4181D}" presName="textRect" presStyleLbl="revTx" presStyleIdx="1" presStyleCnt="3">
        <dgm:presLayoutVars>
          <dgm:chMax val="1"/>
          <dgm:chPref val="1"/>
        </dgm:presLayoutVars>
      </dgm:prSet>
      <dgm:spPr/>
    </dgm:pt>
    <dgm:pt modelId="{53C7D01F-34C4-4487-AE6A-577C205CA005}" type="pres">
      <dgm:prSet presAssocID="{F0A31F69-026B-4B58-8E48-A480842B9D1C}" presName="sibTrans" presStyleLbl="sibTrans2D1" presStyleIdx="0" presStyleCnt="0"/>
      <dgm:spPr/>
    </dgm:pt>
    <dgm:pt modelId="{AB72C193-9D42-4C4B-80BF-D8B48DFBA74F}" type="pres">
      <dgm:prSet presAssocID="{964B980D-9A25-4A9F-80F5-BBFD3CB884AA}" presName="compNode" presStyleCnt="0"/>
      <dgm:spPr/>
    </dgm:pt>
    <dgm:pt modelId="{36B6344D-0AD3-441D-9EE1-2586B93CD2A3}" type="pres">
      <dgm:prSet presAssocID="{964B980D-9A25-4A9F-80F5-BBFD3CB884AA}" presName="iconBgRect" presStyleLbl="bgShp" presStyleIdx="2" presStyleCnt="3"/>
      <dgm:spPr/>
    </dgm:pt>
    <dgm:pt modelId="{78F50DAE-0615-42B2-A8EB-F09C9550F423}" type="pres">
      <dgm:prSet presAssocID="{964B980D-9A25-4A9F-80F5-BBFD3CB884A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C65A08B4-6524-4650-8E11-FE908CBE3413}" type="pres">
      <dgm:prSet presAssocID="{964B980D-9A25-4A9F-80F5-BBFD3CB884AA}" presName="spaceRect" presStyleCnt="0"/>
      <dgm:spPr/>
    </dgm:pt>
    <dgm:pt modelId="{2E31046D-AE36-4B7A-83C4-38898923FE84}" type="pres">
      <dgm:prSet presAssocID="{964B980D-9A25-4A9F-80F5-BBFD3CB884AA}" presName="textRect" presStyleLbl="revTx" presStyleIdx="2" presStyleCnt="3">
        <dgm:presLayoutVars>
          <dgm:chMax val="1"/>
          <dgm:chPref val="1"/>
        </dgm:presLayoutVars>
      </dgm:prSet>
      <dgm:spPr/>
    </dgm:pt>
  </dgm:ptLst>
  <dgm:cxnLst>
    <dgm:cxn modelId="{5EE15513-7393-41D2-944E-03FCDB7C7A59}" srcId="{E110E1C6-362F-49A4-AE58-D9D5F297DD56}" destId="{9F43E097-E33A-40B6-9ADF-B345D7B4181D}" srcOrd="1" destOrd="0" parTransId="{D31C44C7-628B-4AA0-AE3C-7657F2AB15B4}" sibTransId="{F0A31F69-026B-4B58-8E48-A480842B9D1C}"/>
    <dgm:cxn modelId="{66EEAF14-9507-40C0-B672-CB8694EF4A87}" type="presOf" srcId="{F0A31F69-026B-4B58-8E48-A480842B9D1C}" destId="{53C7D01F-34C4-4487-AE6A-577C205CA005}" srcOrd="0" destOrd="0" presId="urn:microsoft.com/office/officeart/2018/2/layout/IconCircleList"/>
    <dgm:cxn modelId="{D2E7617A-34A3-494E-909C-A70799452BE8}" type="presOf" srcId="{E110E1C6-362F-49A4-AE58-D9D5F297DD56}" destId="{379A90F7-FAD0-4DBC-AFD2-3AACDC7FB52D}" srcOrd="0" destOrd="0" presId="urn:microsoft.com/office/officeart/2018/2/layout/IconCircleList"/>
    <dgm:cxn modelId="{D4E4A28A-7B0B-4B35-ADC7-01BCD5DF7584}" type="presOf" srcId="{964B980D-9A25-4A9F-80F5-BBFD3CB884AA}" destId="{2E31046D-AE36-4B7A-83C4-38898923FE84}" srcOrd="0" destOrd="0" presId="urn:microsoft.com/office/officeart/2018/2/layout/IconCircleList"/>
    <dgm:cxn modelId="{E0DAEEA6-9DD2-4052-9FE3-F2C399BF24ED}" type="presOf" srcId="{33DDA039-C518-45CC-AB1B-089D414B006B}" destId="{F6C44C75-B901-41F5-B5A2-BF306275467A}" srcOrd="0" destOrd="0" presId="urn:microsoft.com/office/officeart/2018/2/layout/IconCircleList"/>
    <dgm:cxn modelId="{3B4896AA-9E73-4B71-9B50-BC54AC4F4CAB}" srcId="{E110E1C6-362F-49A4-AE58-D9D5F297DD56}" destId="{33DDA039-C518-45CC-AB1B-089D414B006B}" srcOrd="0" destOrd="0" parTransId="{EAC626F7-9EC8-4A7F-A5CE-39444E48A4FF}" sibTransId="{D535E37E-80A5-4464-AFC7-22BADFB5200D}"/>
    <dgm:cxn modelId="{0CD2F4CF-121D-4205-B9CF-D8B2C5CA246B}" type="presOf" srcId="{9F43E097-E33A-40B6-9ADF-B345D7B4181D}" destId="{E3237567-FC8A-4483-96FB-8BBE0645F35B}" srcOrd="0" destOrd="0" presId="urn:microsoft.com/office/officeart/2018/2/layout/IconCircleList"/>
    <dgm:cxn modelId="{C9906FD3-EECE-425E-A097-E42A446693C7}" type="presOf" srcId="{D535E37E-80A5-4464-AFC7-22BADFB5200D}" destId="{7C5CB698-53A0-48D0-88D9-6F24841EEBF7}" srcOrd="0" destOrd="0" presId="urn:microsoft.com/office/officeart/2018/2/layout/IconCircleList"/>
    <dgm:cxn modelId="{A3B858E5-0941-4CA3-AB81-3792B7261F4F}" srcId="{E110E1C6-362F-49A4-AE58-D9D5F297DD56}" destId="{964B980D-9A25-4A9F-80F5-BBFD3CB884AA}" srcOrd="2" destOrd="0" parTransId="{114A400D-09D7-48EC-B5DD-4C2904E4984D}" sibTransId="{18181129-6199-44EA-8BE7-63DFF2048D8C}"/>
    <dgm:cxn modelId="{7F599CB9-54E0-4041-AD7F-19D4F2FF00EB}" type="presParOf" srcId="{379A90F7-FAD0-4DBC-AFD2-3AACDC7FB52D}" destId="{80AFF8FA-2574-456B-9BFC-4DF47614602E}" srcOrd="0" destOrd="0" presId="urn:microsoft.com/office/officeart/2018/2/layout/IconCircleList"/>
    <dgm:cxn modelId="{0E2E3730-6E14-4B00-85FC-0B72D155CABB}" type="presParOf" srcId="{80AFF8FA-2574-456B-9BFC-4DF47614602E}" destId="{A13EFF71-3493-4376-8D43-D2D48D250071}" srcOrd="0" destOrd="0" presId="urn:microsoft.com/office/officeart/2018/2/layout/IconCircleList"/>
    <dgm:cxn modelId="{08D87441-16AD-4087-B647-9CFECA425EBC}" type="presParOf" srcId="{A13EFF71-3493-4376-8D43-D2D48D250071}" destId="{60023ADD-0066-4958-8486-E03789125F6E}" srcOrd="0" destOrd="0" presId="urn:microsoft.com/office/officeart/2018/2/layout/IconCircleList"/>
    <dgm:cxn modelId="{CE929F3B-3435-468A-957C-7B8DDEC8D54B}" type="presParOf" srcId="{A13EFF71-3493-4376-8D43-D2D48D250071}" destId="{A635E8AE-9FD7-4803-8DCA-97ABAFB2273A}" srcOrd="1" destOrd="0" presId="urn:microsoft.com/office/officeart/2018/2/layout/IconCircleList"/>
    <dgm:cxn modelId="{85EB8340-AFF5-4E11-BB2F-36E579073F0E}" type="presParOf" srcId="{A13EFF71-3493-4376-8D43-D2D48D250071}" destId="{734E6A78-E59D-4C0C-BB69-973BFAA78CB8}" srcOrd="2" destOrd="0" presId="urn:microsoft.com/office/officeart/2018/2/layout/IconCircleList"/>
    <dgm:cxn modelId="{4BED0BA4-533F-414C-9C9B-A9FA95D3E677}" type="presParOf" srcId="{A13EFF71-3493-4376-8D43-D2D48D250071}" destId="{F6C44C75-B901-41F5-B5A2-BF306275467A}" srcOrd="3" destOrd="0" presId="urn:microsoft.com/office/officeart/2018/2/layout/IconCircleList"/>
    <dgm:cxn modelId="{265943B0-FBCA-4EE1-854B-CE48D466C55E}" type="presParOf" srcId="{80AFF8FA-2574-456B-9BFC-4DF47614602E}" destId="{7C5CB698-53A0-48D0-88D9-6F24841EEBF7}" srcOrd="1" destOrd="0" presId="urn:microsoft.com/office/officeart/2018/2/layout/IconCircleList"/>
    <dgm:cxn modelId="{A3A1CAD0-ADC0-46BC-9B87-5E68457D56CF}" type="presParOf" srcId="{80AFF8FA-2574-456B-9BFC-4DF47614602E}" destId="{3607AC40-C8E5-4CBB-A984-02B32C102802}" srcOrd="2" destOrd="0" presId="urn:microsoft.com/office/officeart/2018/2/layout/IconCircleList"/>
    <dgm:cxn modelId="{0BA2D9F4-F531-4314-B62F-8A9C5FEA31E4}" type="presParOf" srcId="{3607AC40-C8E5-4CBB-A984-02B32C102802}" destId="{6A2E84D7-2CF3-44DF-9EC3-B80FF83EDC0C}" srcOrd="0" destOrd="0" presId="urn:microsoft.com/office/officeart/2018/2/layout/IconCircleList"/>
    <dgm:cxn modelId="{48C48C52-F784-4839-844B-6B2690291764}" type="presParOf" srcId="{3607AC40-C8E5-4CBB-A984-02B32C102802}" destId="{CAC62756-6616-4A98-89B1-77528EF5D107}" srcOrd="1" destOrd="0" presId="urn:microsoft.com/office/officeart/2018/2/layout/IconCircleList"/>
    <dgm:cxn modelId="{EC19222E-DC6B-4D21-BB09-17C6E5DCD9D6}" type="presParOf" srcId="{3607AC40-C8E5-4CBB-A984-02B32C102802}" destId="{25D6192A-93A7-4323-B0D5-7EB681AE555F}" srcOrd="2" destOrd="0" presId="urn:microsoft.com/office/officeart/2018/2/layout/IconCircleList"/>
    <dgm:cxn modelId="{034BB823-D86C-4CCC-A09D-D5B84ADB13C7}" type="presParOf" srcId="{3607AC40-C8E5-4CBB-A984-02B32C102802}" destId="{E3237567-FC8A-4483-96FB-8BBE0645F35B}" srcOrd="3" destOrd="0" presId="urn:microsoft.com/office/officeart/2018/2/layout/IconCircleList"/>
    <dgm:cxn modelId="{4F8387FC-B153-40D6-A2A0-1E89F6C6B9FA}" type="presParOf" srcId="{80AFF8FA-2574-456B-9BFC-4DF47614602E}" destId="{53C7D01F-34C4-4487-AE6A-577C205CA005}" srcOrd="3" destOrd="0" presId="urn:microsoft.com/office/officeart/2018/2/layout/IconCircleList"/>
    <dgm:cxn modelId="{62AA1D99-2AF5-4480-AF7E-69A04DA28F3E}" type="presParOf" srcId="{80AFF8FA-2574-456B-9BFC-4DF47614602E}" destId="{AB72C193-9D42-4C4B-80BF-D8B48DFBA74F}" srcOrd="4" destOrd="0" presId="urn:microsoft.com/office/officeart/2018/2/layout/IconCircleList"/>
    <dgm:cxn modelId="{A4E94AFE-3197-4DAF-9E3F-E849EB1F6C99}" type="presParOf" srcId="{AB72C193-9D42-4C4B-80BF-D8B48DFBA74F}" destId="{36B6344D-0AD3-441D-9EE1-2586B93CD2A3}" srcOrd="0" destOrd="0" presId="urn:microsoft.com/office/officeart/2018/2/layout/IconCircleList"/>
    <dgm:cxn modelId="{EF5E2CAE-11A2-423D-8E5A-ADFE62EBDAFC}" type="presParOf" srcId="{AB72C193-9D42-4C4B-80BF-D8B48DFBA74F}" destId="{78F50DAE-0615-42B2-A8EB-F09C9550F423}" srcOrd="1" destOrd="0" presId="urn:microsoft.com/office/officeart/2018/2/layout/IconCircleList"/>
    <dgm:cxn modelId="{5A984C34-99FC-49F8-90FF-EE535FAE3A33}" type="presParOf" srcId="{AB72C193-9D42-4C4B-80BF-D8B48DFBA74F}" destId="{C65A08B4-6524-4650-8E11-FE908CBE3413}" srcOrd="2" destOrd="0" presId="urn:microsoft.com/office/officeart/2018/2/layout/IconCircleList"/>
    <dgm:cxn modelId="{170120DD-3282-4F20-8662-24C3C9DE0B5E}" type="presParOf" srcId="{AB72C193-9D42-4C4B-80BF-D8B48DFBA74F}" destId="{2E31046D-AE36-4B7A-83C4-38898923FE8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DDD2F0C-9BDF-4BD5-BDDB-9D92B8786D9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3D34454-E806-4946-BEE3-16C0EEF9281C}">
      <dgm:prSet/>
      <dgm:spPr/>
      <dgm:t>
        <a:bodyPr/>
        <a:lstStyle/>
        <a:p>
          <a:r>
            <a:rPr lang="en-US"/>
            <a:t>In our project, we apply </a:t>
          </a:r>
          <a:r>
            <a:rPr lang="en-US" b="1"/>
            <a:t>data augmentation only to the training images</a:t>
          </a:r>
          <a:r>
            <a:rPr lang="en-US"/>
            <a:t> after preprocessing. The main idea is to show the model slightly different versions of the same image in each epoch so that it does not simply memorize them. We use random horizontal flips, small rotations, shifts and zooms to change the position, angle and scale of the images while keeping the same class label.</a:t>
          </a:r>
        </a:p>
      </dgm:t>
    </dgm:pt>
    <dgm:pt modelId="{CD9B1933-8F62-4214-9927-6B7B613074B9}" type="parTrans" cxnId="{774396BB-6C43-4D5E-B947-046AC36C3FA1}">
      <dgm:prSet/>
      <dgm:spPr/>
      <dgm:t>
        <a:bodyPr/>
        <a:lstStyle/>
        <a:p>
          <a:endParaRPr lang="en-US"/>
        </a:p>
      </dgm:t>
    </dgm:pt>
    <dgm:pt modelId="{DA28ACBC-AF29-4567-98E0-7733007A19DE}" type="sibTrans" cxnId="{774396BB-6C43-4D5E-B947-046AC36C3FA1}">
      <dgm:prSet/>
      <dgm:spPr/>
      <dgm:t>
        <a:bodyPr/>
        <a:lstStyle/>
        <a:p>
          <a:endParaRPr lang="en-US"/>
        </a:p>
      </dgm:t>
    </dgm:pt>
    <dgm:pt modelId="{5EA5967B-43D6-4A83-BC7D-6F1E48D74200}">
      <dgm:prSet/>
      <dgm:spPr/>
      <dgm:t>
        <a:bodyPr/>
        <a:lstStyle/>
        <a:p>
          <a:r>
            <a:rPr lang="en-US" dirty="0"/>
            <a:t>By doing this, we increase the effective size and diversity of our 10,000-image dataset and make the CNN more robust. As a result, the model learns more general patterns and shows better performance on the validation and test sets, with reduced overfitting.</a:t>
          </a:r>
        </a:p>
      </dgm:t>
    </dgm:pt>
    <dgm:pt modelId="{C9BB9714-9325-40B5-A58D-F99049F4E2BF}" type="parTrans" cxnId="{9149C29F-42DB-44BA-A0A0-8BCAF3137B88}">
      <dgm:prSet/>
      <dgm:spPr/>
      <dgm:t>
        <a:bodyPr/>
        <a:lstStyle/>
        <a:p>
          <a:endParaRPr lang="en-US"/>
        </a:p>
      </dgm:t>
    </dgm:pt>
    <dgm:pt modelId="{5802D828-26AD-4211-91E1-2DB089037407}" type="sibTrans" cxnId="{9149C29F-42DB-44BA-A0A0-8BCAF3137B88}">
      <dgm:prSet/>
      <dgm:spPr/>
      <dgm:t>
        <a:bodyPr/>
        <a:lstStyle/>
        <a:p>
          <a:endParaRPr lang="en-US"/>
        </a:p>
      </dgm:t>
    </dgm:pt>
    <dgm:pt modelId="{68CB0DFC-4CF4-4EC9-A840-3D67C97966ED}" type="pres">
      <dgm:prSet presAssocID="{BDDD2F0C-9BDF-4BD5-BDDB-9D92B8786D9F}" presName="hierChild1" presStyleCnt="0">
        <dgm:presLayoutVars>
          <dgm:chPref val="1"/>
          <dgm:dir/>
          <dgm:animOne val="branch"/>
          <dgm:animLvl val="lvl"/>
          <dgm:resizeHandles/>
        </dgm:presLayoutVars>
      </dgm:prSet>
      <dgm:spPr/>
    </dgm:pt>
    <dgm:pt modelId="{C1D0D94B-18D7-4307-A62F-D1F15D1A03E1}" type="pres">
      <dgm:prSet presAssocID="{A3D34454-E806-4946-BEE3-16C0EEF9281C}" presName="hierRoot1" presStyleCnt="0"/>
      <dgm:spPr/>
    </dgm:pt>
    <dgm:pt modelId="{1CEFBF13-1BEA-491C-A032-0640D6B56375}" type="pres">
      <dgm:prSet presAssocID="{A3D34454-E806-4946-BEE3-16C0EEF9281C}" presName="composite" presStyleCnt="0"/>
      <dgm:spPr/>
    </dgm:pt>
    <dgm:pt modelId="{145B9787-76D4-4113-85C1-B82FC584EB10}" type="pres">
      <dgm:prSet presAssocID="{A3D34454-E806-4946-BEE3-16C0EEF9281C}" presName="background" presStyleLbl="node0" presStyleIdx="0" presStyleCnt="2"/>
      <dgm:spPr/>
    </dgm:pt>
    <dgm:pt modelId="{1DE841D7-26E8-4759-A649-FB75EC24CA34}" type="pres">
      <dgm:prSet presAssocID="{A3D34454-E806-4946-BEE3-16C0EEF9281C}" presName="text" presStyleLbl="fgAcc0" presStyleIdx="0" presStyleCnt="2">
        <dgm:presLayoutVars>
          <dgm:chPref val="3"/>
        </dgm:presLayoutVars>
      </dgm:prSet>
      <dgm:spPr/>
    </dgm:pt>
    <dgm:pt modelId="{16CBA6A0-6CFD-4116-A1CD-E43449D868C5}" type="pres">
      <dgm:prSet presAssocID="{A3D34454-E806-4946-BEE3-16C0EEF9281C}" presName="hierChild2" presStyleCnt="0"/>
      <dgm:spPr/>
    </dgm:pt>
    <dgm:pt modelId="{1D1A8D25-624E-43A6-856E-CCBCA2523C31}" type="pres">
      <dgm:prSet presAssocID="{5EA5967B-43D6-4A83-BC7D-6F1E48D74200}" presName="hierRoot1" presStyleCnt="0"/>
      <dgm:spPr/>
    </dgm:pt>
    <dgm:pt modelId="{FA568727-1867-4D5E-9CA5-86494FE886B1}" type="pres">
      <dgm:prSet presAssocID="{5EA5967B-43D6-4A83-BC7D-6F1E48D74200}" presName="composite" presStyleCnt="0"/>
      <dgm:spPr/>
    </dgm:pt>
    <dgm:pt modelId="{A68AAB1A-BC43-475D-9ECE-28C558174232}" type="pres">
      <dgm:prSet presAssocID="{5EA5967B-43D6-4A83-BC7D-6F1E48D74200}" presName="background" presStyleLbl="node0" presStyleIdx="1" presStyleCnt="2"/>
      <dgm:spPr/>
    </dgm:pt>
    <dgm:pt modelId="{3798257A-D1FF-4643-BCB5-D1BFE61388FF}" type="pres">
      <dgm:prSet presAssocID="{5EA5967B-43D6-4A83-BC7D-6F1E48D74200}" presName="text" presStyleLbl="fgAcc0" presStyleIdx="1" presStyleCnt="2">
        <dgm:presLayoutVars>
          <dgm:chPref val="3"/>
        </dgm:presLayoutVars>
      </dgm:prSet>
      <dgm:spPr/>
    </dgm:pt>
    <dgm:pt modelId="{A0BE6ADB-15A5-4DE6-9C68-793AFC29CE72}" type="pres">
      <dgm:prSet presAssocID="{5EA5967B-43D6-4A83-BC7D-6F1E48D74200}" presName="hierChild2" presStyleCnt="0"/>
      <dgm:spPr/>
    </dgm:pt>
  </dgm:ptLst>
  <dgm:cxnLst>
    <dgm:cxn modelId="{397BF418-B560-477E-BFDB-C5CD787AC5E4}" type="presOf" srcId="{BDDD2F0C-9BDF-4BD5-BDDB-9D92B8786D9F}" destId="{68CB0DFC-4CF4-4EC9-A840-3D67C97966ED}" srcOrd="0" destOrd="0" presId="urn:microsoft.com/office/officeart/2005/8/layout/hierarchy1"/>
    <dgm:cxn modelId="{4BEBDB3F-1362-4554-A182-2E78DADECFE8}" type="presOf" srcId="{5EA5967B-43D6-4A83-BC7D-6F1E48D74200}" destId="{3798257A-D1FF-4643-BCB5-D1BFE61388FF}" srcOrd="0" destOrd="0" presId="urn:microsoft.com/office/officeart/2005/8/layout/hierarchy1"/>
    <dgm:cxn modelId="{9149C29F-42DB-44BA-A0A0-8BCAF3137B88}" srcId="{BDDD2F0C-9BDF-4BD5-BDDB-9D92B8786D9F}" destId="{5EA5967B-43D6-4A83-BC7D-6F1E48D74200}" srcOrd="1" destOrd="0" parTransId="{C9BB9714-9325-40B5-A58D-F99049F4E2BF}" sibTransId="{5802D828-26AD-4211-91E1-2DB089037407}"/>
    <dgm:cxn modelId="{36BB0FB2-BDA4-47FA-933D-C17995F5728F}" type="presOf" srcId="{A3D34454-E806-4946-BEE3-16C0EEF9281C}" destId="{1DE841D7-26E8-4759-A649-FB75EC24CA34}" srcOrd="0" destOrd="0" presId="urn:microsoft.com/office/officeart/2005/8/layout/hierarchy1"/>
    <dgm:cxn modelId="{774396BB-6C43-4D5E-B947-046AC36C3FA1}" srcId="{BDDD2F0C-9BDF-4BD5-BDDB-9D92B8786D9F}" destId="{A3D34454-E806-4946-BEE3-16C0EEF9281C}" srcOrd="0" destOrd="0" parTransId="{CD9B1933-8F62-4214-9927-6B7B613074B9}" sibTransId="{DA28ACBC-AF29-4567-98E0-7733007A19DE}"/>
    <dgm:cxn modelId="{68E021BB-C253-48C0-912C-A797D7BC5248}" type="presParOf" srcId="{68CB0DFC-4CF4-4EC9-A840-3D67C97966ED}" destId="{C1D0D94B-18D7-4307-A62F-D1F15D1A03E1}" srcOrd="0" destOrd="0" presId="urn:microsoft.com/office/officeart/2005/8/layout/hierarchy1"/>
    <dgm:cxn modelId="{2589BB69-A4F8-48F0-9A6B-C2E3AA93E878}" type="presParOf" srcId="{C1D0D94B-18D7-4307-A62F-D1F15D1A03E1}" destId="{1CEFBF13-1BEA-491C-A032-0640D6B56375}" srcOrd="0" destOrd="0" presId="urn:microsoft.com/office/officeart/2005/8/layout/hierarchy1"/>
    <dgm:cxn modelId="{06D0CB1C-BDC9-4472-8C60-589DC10F7EF2}" type="presParOf" srcId="{1CEFBF13-1BEA-491C-A032-0640D6B56375}" destId="{145B9787-76D4-4113-85C1-B82FC584EB10}" srcOrd="0" destOrd="0" presId="urn:microsoft.com/office/officeart/2005/8/layout/hierarchy1"/>
    <dgm:cxn modelId="{090E4E8D-2B73-40B3-BAB0-A0592D519BC0}" type="presParOf" srcId="{1CEFBF13-1BEA-491C-A032-0640D6B56375}" destId="{1DE841D7-26E8-4759-A649-FB75EC24CA34}" srcOrd="1" destOrd="0" presId="urn:microsoft.com/office/officeart/2005/8/layout/hierarchy1"/>
    <dgm:cxn modelId="{CE1FCEF3-25CC-458B-8C3A-697CF00275DC}" type="presParOf" srcId="{C1D0D94B-18D7-4307-A62F-D1F15D1A03E1}" destId="{16CBA6A0-6CFD-4116-A1CD-E43449D868C5}" srcOrd="1" destOrd="0" presId="urn:microsoft.com/office/officeart/2005/8/layout/hierarchy1"/>
    <dgm:cxn modelId="{34433230-8996-4389-BD08-D285686F7677}" type="presParOf" srcId="{68CB0DFC-4CF4-4EC9-A840-3D67C97966ED}" destId="{1D1A8D25-624E-43A6-856E-CCBCA2523C31}" srcOrd="1" destOrd="0" presId="urn:microsoft.com/office/officeart/2005/8/layout/hierarchy1"/>
    <dgm:cxn modelId="{494E23B4-7FD9-4F6B-B0E4-7980DE79D334}" type="presParOf" srcId="{1D1A8D25-624E-43A6-856E-CCBCA2523C31}" destId="{FA568727-1867-4D5E-9CA5-86494FE886B1}" srcOrd="0" destOrd="0" presId="urn:microsoft.com/office/officeart/2005/8/layout/hierarchy1"/>
    <dgm:cxn modelId="{E4F708D2-9731-4EFC-B9A1-55B38848A2A9}" type="presParOf" srcId="{FA568727-1867-4D5E-9CA5-86494FE886B1}" destId="{A68AAB1A-BC43-475D-9ECE-28C558174232}" srcOrd="0" destOrd="0" presId="urn:microsoft.com/office/officeart/2005/8/layout/hierarchy1"/>
    <dgm:cxn modelId="{B3F43CE7-20BC-4270-B8ED-E0D5632FA355}" type="presParOf" srcId="{FA568727-1867-4D5E-9CA5-86494FE886B1}" destId="{3798257A-D1FF-4643-BCB5-D1BFE61388FF}" srcOrd="1" destOrd="0" presId="urn:microsoft.com/office/officeart/2005/8/layout/hierarchy1"/>
    <dgm:cxn modelId="{CD7BD9D2-A1FC-4EE7-BB56-A0CE7A4C9C12}" type="presParOf" srcId="{1D1A8D25-624E-43A6-856E-CCBCA2523C31}" destId="{A0BE6ADB-15A5-4DE6-9C68-793AFC29CE72}"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095CDCF-EB30-4019-874A-9137E58D3E90}"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20BA6464-0F3C-4072-A82B-9AC3E494C29E}">
      <dgm:prSet/>
      <dgm:spPr/>
      <dgm:t>
        <a:bodyPr/>
        <a:lstStyle/>
        <a:p>
          <a:r>
            <a:rPr lang="en-US" b="1"/>
            <a:t>Layer-wise Summary</a:t>
          </a:r>
          <a:endParaRPr lang="en-US"/>
        </a:p>
      </dgm:t>
    </dgm:pt>
    <dgm:pt modelId="{9E214AC6-8DB0-458C-8C65-FD58F1342A50}" type="parTrans" cxnId="{765D1B1D-CD14-42FD-93B7-3AB8648BAA91}">
      <dgm:prSet/>
      <dgm:spPr/>
      <dgm:t>
        <a:bodyPr/>
        <a:lstStyle/>
        <a:p>
          <a:endParaRPr lang="en-US"/>
        </a:p>
      </dgm:t>
    </dgm:pt>
    <dgm:pt modelId="{0080982A-6C52-4E4C-A37E-2D8F4AFD8BE9}" type="sibTrans" cxnId="{765D1B1D-CD14-42FD-93B7-3AB8648BAA91}">
      <dgm:prSet/>
      <dgm:spPr/>
      <dgm:t>
        <a:bodyPr/>
        <a:lstStyle/>
        <a:p>
          <a:endParaRPr lang="en-US"/>
        </a:p>
      </dgm:t>
    </dgm:pt>
    <dgm:pt modelId="{7D879589-DCA3-4125-B12E-F41AAA2A047C}">
      <dgm:prSet/>
      <dgm:spPr/>
      <dgm:t>
        <a:bodyPr/>
        <a:lstStyle/>
        <a:p>
          <a:r>
            <a:rPr lang="en-US" b="1"/>
            <a:t>Block 1</a:t>
          </a:r>
          <a:endParaRPr lang="en-US"/>
        </a:p>
      </dgm:t>
    </dgm:pt>
    <dgm:pt modelId="{F12EE51B-E479-456C-BB77-F3D34FB72135}" type="parTrans" cxnId="{B59F3664-0C8F-4B36-BB28-0FAF7A83479E}">
      <dgm:prSet/>
      <dgm:spPr/>
      <dgm:t>
        <a:bodyPr/>
        <a:lstStyle/>
        <a:p>
          <a:endParaRPr lang="en-US"/>
        </a:p>
      </dgm:t>
    </dgm:pt>
    <dgm:pt modelId="{51EC9C5B-15D0-4CC2-BF1D-4A84F880ACA4}" type="sibTrans" cxnId="{B59F3664-0C8F-4B36-BB28-0FAF7A83479E}">
      <dgm:prSet/>
      <dgm:spPr/>
      <dgm:t>
        <a:bodyPr/>
        <a:lstStyle/>
        <a:p>
          <a:endParaRPr lang="en-US"/>
        </a:p>
      </dgm:t>
    </dgm:pt>
    <dgm:pt modelId="{0775B5B0-A70A-43AD-A76A-292DCD1A0D30}">
      <dgm:prSet/>
      <dgm:spPr/>
      <dgm:t>
        <a:bodyPr/>
        <a:lstStyle/>
        <a:p>
          <a:r>
            <a:rPr lang="en-US"/>
            <a:t>Conv2D (e.g., 32 filters, 3×3, ReLU)</a:t>
          </a:r>
        </a:p>
      </dgm:t>
    </dgm:pt>
    <dgm:pt modelId="{B2E55A4F-8724-407F-841C-C2CC9FC659B0}" type="parTrans" cxnId="{24BD2260-AFE2-47FB-B0BC-8D11BAD42085}">
      <dgm:prSet/>
      <dgm:spPr/>
      <dgm:t>
        <a:bodyPr/>
        <a:lstStyle/>
        <a:p>
          <a:endParaRPr lang="en-US"/>
        </a:p>
      </dgm:t>
    </dgm:pt>
    <dgm:pt modelId="{1509D413-96DB-4FB9-940F-D0602532C9BD}" type="sibTrans" cxnId="{24BD2260-AFE2-47FB-B0BC-8D11BAD42085}">
      <dgm:prSet/>
      <dgm:spPr/>
      <dgm:t>
        <a:bodyPr/>
        <a:lstStyle/>
        <a:p>
          <a:endParaRPr lang="en-US"/>
        </a:p>
      </dgm:t>
    </dgm:pt>
    <dgm:pt modelId="{209D9092-CEC5-4332-B197-C9113CE49C64}">
      <dgm:prSet/>
      <dgm:spPr/>
      <dgm:t>
        <a:bodyPr/>
        <a:lstStyle/>
        <a:p>
          <a:r>
            <a:rPr lang="en-US"/>
            <a:t>Batch Normalization</a:t>
          </a:r>
        </a:p>
      </dgm:t>
    </dgm:pt>
    <dgm:pt modelId="{4415A6DA-6F21-412A-A6E0-4AF0773E6F1A}" type="parTrans" cxnId="{10809A86-BF24-46D2-ACA4-CBEADA26FE92}">
      <dgm:prSet/>
      <dgm:spPr/>
      <dgm:t>
        <a:bodyPr/>
        <a:lstStyle/>
        <a:p>
          <a:endParaRPr lang="en-US"/>
        </a:p>
      </dgm:t>
    </dgm:pt>
    <dgm:pt modelId="{76DF80E8-B893-45AF-8BB6-DD8C3A3D6497}" type="sibTrans" cxnId="{10809A86-BF24-46D2-ACA4-CBEADA26FE92}">
      <dgm:prSet/>
      <dgm:spPr/>
      <dgm:t>
        <a:bodyPr/>
        <a:lstStyle/>
        <a:p>
          <a:endParaRPr lang="en-US"/>
        </a:p>
      </dgm:t>
    </dgm:pt>
    <dgm:pt modelId="{321EBA9A-33E9-4E76-8147-F50760027FDB}">
      <dgm:prSet/>
      <dgm:spPr/>
      <dgm:t>
        <a:bodyPr/>
        <a:lstStyle/>
        <a:p>
          <a:r>
            <a:rPr lang="en-US"/>
            <a:t>MaxPooling2D</a:t>
          </a:r>
        </a:p>
      </dgm:t>
    </dgm:pt>
    <dgm:pt modelId="{A7821463-798A-4057-A13B-BB2C3B579AD6}" type="parTrans" cxnId="{53683C1E-ACD3-4F74-A984-4025AA675B2F}">
      <dgm:prSet/>
      <dgm:spPr/>
      <dgm:t>
        <a:bodyPr/>
        <a:lstStyle/>
        <a:p>
          <a:endParaRPr lang="en-US"/>
        </a:p>
      </dgm:t>
    </dgm:pt>
    <dgm:pt modelId="{B22441B5-7EA8-4A22-A2E5-ADA503417FF2}" type="sibTrans" cxnId="{53683C1E-ACD3-4F74-A984-4025AA675B2F}">
      <dgm:prSet/>
      <dgm:spPr/>
      <dgm:t>
        <a:bodyPr/>
        <a:lstStyle/>
        <a:p>
          <a:endParaRPr lang="en-US"/>
        </a:p>
      </dgm:t>
    </dgm:pt>
    <dgm:pt modelId="{931B444F-F937-4FB8-92B4-89B9CC92F8F1}">
      <dgm:prSet/>
      <dgm:spPr/>
      <dgm:t>
        <a:bodyPr/>
        <a:lstStyle/>
        <a:p>
          <a:r>
            <a:rPr lang="en-US" b="1"/>
            <a:t>Block 2</a:t>
          </a:r>
          <a:endParaRPr lang="en-US"/>
        </a:p>
      </dgm:t>
    </dgm:pt>
    <dgm:pt modelId="{64AFA3BA-4F71-4868-93F3-6BCB30CE58C8}" type="parTrans" cxnId="{0553A116-F00A-4C09-BE4C-01E1D67BB869}">
      <dgm:prSet/>
      <dgm:spPr/>
      <dgm:t>
        <a:bodyPr/>
        <a:lstStyle/>
        <a:p>
          <a:endParaRPr lang="en-US"/>
        </a:p>
      </dgm:t>
    </dgm:pt>
    <dgm:pt modelId="{9BD1D1DA-31E2-442B-A4C0-E543682342BE}" type="sibTrans" cxnId="{0553A116-F00A-4C09-BE4C-01E1D67BB869}">
      <dgm:prSet/>
      <dgm:spPr/>
      <dgm:t>
        <a:bodyPr/>
        <a:lstStyle/>
        <a:p>
          <a:endParaRPr lang="en-US"/>
        </a:p>
      </dgm:t>
    </dgm:pt>
    <dgm:pt modelId="{E663B716-538F-4C9E-9295-407F7921154E}">
      <dgm:prSet/>
      <dgm:spPr/>
      <dgm:t>
        <a:bodyPr/>
        <a:lstStyle/>
        <a:p>
          <a:r>
            <a:rPr lang="en-US"/>
            <a:t>Conv2D (e.g., 64 filters, 3×3, ReLU)</a:t>
          </a:r>
        </a:p>
      </dgm:t>
    </dgm:pt>
    <dgm:pt modelId="{ED7063D1-BA98-4F36-B7E5-8DE472D4F24B}" type="parTrans" cxnId="{E3D37941-A925-4A56-BAE3-971F05B92E70}">
      <dgm:prSet/>
      <dgm:spPr/>
      <dgm:t>
        <a:bodyPr/>
        <a:lstStyle/>
        <a:p>
          <a:endParaRPr lang="en-US"/>
        </a:p>
      </dgm:t>
    </dgm:pt>
    <dgm:pt modelId="{D288A68F-F7E2-4D75-BA1D-D3BB7757860F}" type="sibTrans" cxnId="{E3D37941-A925-4A56-BAE3-971F05B92E70}">
      <dgm:prSet/>
      <dgm:spPr/>
      <dgm:t>
        <a:bodyPr/>
        <a:lstStyle/>
        <a:p>
          <a:endParaRPr lang="en-US"/>
        </a:p>
      </dgm:t>
    </dgm:pt>
    <dgm:pt modelId="{14789990-FF6D-4460-9F09-9CE49EB0DEE7}">
      <dgm:prSet/>
      <dgm:spPr/>
      <dgm:t>
        <a:bodyPr/>
        <a:lstStyle/>
        <a:p>
          <a:r>
            <a:rPr lang="en-US"/>
            <a:t>Batch Normalization</a:t>
          </a:r>
        </a:p>
      </dgm:t>
    </dgm:pt>
    <dgm:pt modelId="{92EB7F50-54AE-49AE-8B8D-A852867DD0CF}" type="parTrans" cxnId="{6D94F167-DC3D-47F0-8A80-D2240009F10D}">
      <dgm:prSet/>
      <dgm:spPr/>
      <dgm:t>
        <a:bodyPr/>
        <a:lstStyle/>
        <a:p>
          <a:endParaRPr lang="en-US"/>
        </a:p>
      </dgm:t>
    </dgm:pt>
    <dgm:pt modelId="{7428F013-51DD-4EDF-820A-4284C07BC9C2}" type="sibTrans" cxnId="{6D94F167-DC3D-47F0-8A80-D2240009F10D}">
      <dgm:prSet/>
      <dgm:spPr/>
      <dgm:t>
        <a:bodyPr/>
        <a:lstStyle/>
        <a:p>
          <a:endParaRPr lang="en-US"/>
        </a:p>
      </dgm:t>
    </dgm:pt>
    <dgm:pt modelId="{8B63085D-05E2-41F0-BE9E-55534A02FB24}">
      <dgm:prSet/>
      <dgm:spPr/>
      <dgm:t>
        <a:bodyPr/>
        <a:lstStyle/>
        <a:p>
          <a:r>
            <a:rPr lang="en-US"/>
            <a:t>MaxPooling2D</a:t>
          </a:r>
        </a:p>
      </dgm:t>
    </dgm:pt>
    <dgm:pt modelId="{8F26036D-D35C-4E79-BE41-E87701B9C689}" type="parTrans" cxnId="{525CFCFF-0ABB-441D-82F4-9B5DBB334A83}">
      <dgm:prSet/>
      <dgm:spPr/>
      <dgm:t>
        <a:bodyPr/>
        <a:lstStyle/>
        <a:p>
          <a:endParaRPr lang="en-US"/>
        </a:p>
      </dgm:t>
    </dgm:pt>
    <dgm:pt modelId="{5B29D6DF-0ED2-48E6-9A55-E143A277F3C9}" type="sibTrans" cxnId="{525CFCFF-0ABB-441D-82F4-9B5DBB334A83}">
      <dgm:prSet/>
      <dgm:spPr/>
      <dgm:t>
        <a:bodyPr/>
        <a:lstStyle/>
        <a:p>
          <a:endParaRPr lang="en-US"/>
        </a:p>
      </dgm:t>
    </dgm:pt>
    <dgm:pt modelId="{B2A0DA78-A086-4B34-B242-E0E705BC05A7}">
      <dgm:prSet/>
      <dgm:spPr/>
      <dgm:t>
        <a:bodyPr/>
        <a:lstStyle/>
        <a:p>
          <a:r>
            <a:rPr lang="en-US" b="1"/>
            <a:t>Block 3</a:t>
          </a:r>
          <a:endParaRPr lang="en-US"/>
        </a:p>
      </dgm:t>
    </dgm:pt>
    <dgm:pt modelId="{F2267D5D-27C7-4B55-BF3E-880DBE62DF94}" type="parTrans" cxnId="{70081C6A-FAFC-43C5-A6DA-5C5ADAFDA17B}">
      <dgm:prSet/>
      <dgm:spPr/>
      <dgm:t>
        <a:bodyPr/>
        <a:lstStyle/>
        <a:p>
          <a:endParaRPr lang="en-US"/>
        </a:p>
      </dgm:t>
    </dgm:pt>
    <dgm:pt modelId="{A2ECF2EC-B5D2-41D1-B7F9-DCAD872E067B}" type="sibTrans" cxnId="{70081C6A-FAFC-43C5-A6DA-5C5ADAFDA17B}">
      <dgm:prSet/>
      <dgm:spPr/>
      <dgm:t>
        <a:bodyPr/>
        <a:lstStyle/>
        <a:p>
          <a:endParaRPr lang="en-US"/>
        </a:p>
      </dgm:t>
    </dgm:pt>
    <dgm:pt modelId="{FB2FBBA9-D2EB-4C92-B3BA-A91AE3517965}">
      <dgm:prSet/>
      <dgm:spPr/>
      <dgm:t>
        <a:bodyPr/>
        <a:lstStyle/>
        <a:p>
          <a:r>
            <a:rPr lang="en-US"/>
            <a:t>Conv2D (e.g., 128 filters, 3×3, ReLU)</a:t>
          </a:r>
        </a:p>
      </dgm:t>
    </dgm:pt>
    <dgm:pt modelId="{1969DC47-F87A-4E59-84C4-2AB88211C2DF}" type="parTrans" cxnId="{61CC2153-7E7D-4CB1-B228-77EE955A7BD4}">
      <dgm:prSet/>
      <dgm:spPr/>
      <dgm:t>
        <a:bodyPr/>
        <a:lstStyle/>
        <a:p>
          <a:endParaRPr lang="en-US"/>
        </a:p>
      </dgm:t>
    </dgm:pt>
    <dgm:pt modelId="{D6B673A9-FD56-4ECC-9F3B-3B043E752EE6}" type="sibTrans" cxnId="{61CC2153-7E7D-4CB1-B228-77EE955A7BD4}">
      <dgm:prSet/>
      <dgm:spPr/>
      <dgm:t>
        <a:bodyPr/>
        <a:lstStyle/>
        <a:p>
          <a:endParaRPr lang="en-US"/>
        </a:p>
      </dgm:t>
    </dgm:pt>
    <dgm:pt modelId="{FFD800B6-72FA-4500-9484-54214EDBEBCC}">
      <dgm:prSet/>
      <dgm:spPr/>
      <dgm:t>
        <a:bodyPr/>
        <a:lstStyle/>
        <a:p>
          <a:r>
            <a:rPr lang="en-US"/>
            <a:t>Batch Normalization</a:t>
          </a:r>
        </a:p>
      </dgm:t>
    </dgm:pt>
    <dgm:pt modelId="{13610B4D-8180-4C84-96A0-551D817BC4D2}" type="parTrans" cxnId="{C06E41A0-3202-4F63-AA30-A0E0E6ABB1F1}">
      <dgm:prSet/>
      <dgm:spPr/>
      <dgm:t>
        <a:bodyPr/>
        <a:lstStyle/>
        <a:p>
          <a:endParaRPr lang="en-US"/>
        </a:p>
      </dgm:t>
    </dgm:pt>
    <dgm:pt modelId="{1C8F3D08-7BAA-48B4-94B3-92FF62B325F2}" type="sibTrans" cxnId="{C06E41A0-3202-4F63-AA30-A0E0E6ABB1F1}">
      <dgm:prSet/>
      <dgm:spPr/>
      <dgm:t>
        <a:bodyPr/>
        <a:lstStyle/>
        <a:p>
          <a:endParaRPr lang="en-US"/>
        </a:p>
      </dgm:t>
    </dgm:pt>
    <dgm:pt modelId="{9EBE8EE3-BA0A-495A-8B67-B8F60CAB1F20}">
      <dgm:prSet/>
      <dgm:spPr/>
      <dgm:t>
        <a:bodyPr/>
        <a:lstStyle/>
        <a:p>
          <a:r>
            <a:rPr lang="en-US"/>
            <a:t>GlobalAveragePooling2D</a:t>
          </a:r>
        </a:p>
      </dgm:t>
    </dgm:pt>
    <dgm:pt modelId="{3B3E589B-A563-4691-BD70-85E8001DFAC5}" type="parTrans" cxnId="{C106F249-08EA-4A4A-9E39-61E8BC6A0BDB}">
      <dgm:prSet/>
      <dgm:spPr/>
      <dgm:t>
        <a:bodyPr/>
        <a:lstStyle/>
        <a:p>
          <a:endParaRPr lang="en-US"/>
        </a:p>
      </dgm:t>
    </dgm:pt>
    <dgm:pt modelId="{82B09367-59EC-4589-9A1A-4AC0FC88A307}" type="sibTrans" cxnId="{C106F249-08EA-4A4A-9E39-61E8BC6A0BDB}">
      <dgm:prSet/>
      <dgm:spPr/>
      <dgm:t>
        <a:bodyPr/>
        <a:lstStyle/>
        <a:p>
          <a:endParaRPr lang="en-US"/>
        </a:p>
      </dgm:t>
    </dgm:pt>
    <dgm:pt modelId="{61A0D2E2-F892-4BA1-BBC3-02B40B4D166A}">
      <dgm:prSet/>
      <dgm:spPr/>
      <dgm:t>
        <a:bodyPr/>
        <a:lstStyle/>
        <a:p>
          <a:r>
            <a:rPr lang="en-US" b="1"/>
            <a:t>Classifier Head</a:t>
          </a:r>
          <a:endParaRPr lang="en-US"/>
        </a:p>
      </dgm:t>
    </dgm:pt>
    <dgm:pt modelId="{341755A9-68F1-48D7-8534-9B5C69FB67F4}" type="parTrans" cxnId="{FE4FAF8B-BD4A-4AC2-AC33-9B30D5A6BE3E}">
      <dgm:prSet/>
      <dgm:spPr/>
      <dgm:t>
        <a:bodyPr/>
        <a:lstStyle/>
        <a:p>
          <a:endParaRPr lang="en-US"/>
        </a:p>
      </dgm:t>
    </dgm:pt>
    <dgm:pt modelId="{F6E0CEC5-8A92-4C00-B15D-1146C1D9AAEE}" type="sibTrans" cxnId="{FE4FAF8B-BD4A-4AC2-AC33-9B30D5A6BE3E}">
      <dgm:prSet/>
      <dgm:spPr/>
      <dgm:t>
        <a:bodyPr/>
        <a:lstStyle/>
        <a:p>
          <a:endParaRPr lang="en-US"/>
        </a:p>
      </dgm:t>
    </dgm:pt>
    <dgm:pt modelId="{2D7A75C9-2304-4CA8-8EC9-5F79AA00545E}">
      <dgm:prSet/>
      <dgm:spPr/>
      <dgm:t>
        <a:bodyPr/>
        <a:lstStyle/>
        <a:p>
          <a:r>
            <a:rPr lang="en-US"/>
            <a:t>Dense (e.g., 128 units, ReLU) + Dropout</a:t>
          </a:r>
        </a:p>
      </dgm:t>
    </dgm:pt>
    <dgm:pt modelId="{55D2A99C-7DD3-4F6C-938B-83205C9C5393}" type="parTrans" cxnId="{8EBE0EBB-9A45-49AF-A811-EF252D9FFEE0}">
      <dgm:prSet/>
      <dgm:spPr/>
      <dgm:t>
        <a:bodyPr/>
        <a:lstStyle/>
        <a:p>
          <a:endParaRPr lang="en-US"/>
        </a:p>
      </dgm:t>
    </dgm:pt>
    <dgm:pt modelId="{27C69384-F73C-4ADF-BB5E-B4879D690DCF}" type="sibTrans" cxnId="{8EBE0EBB-9A45-49AF-A811-EF252D9FFEE0}">
      <dgm:prSet/>
      <dgm:spPr/>
      <dgm:t>
        <a:bodyPr/>
        <a:lstStyle/>
        <a:p>
          <a:endParaRPr lang="en-US"/>
        </a:p>
      </dgm:t>
    </dgm:pt>
    <dgm:pt modelId="{FB6DAF73-2D7B-4412-8930-89FE436C7014}">
      <dgm:prSet/>
      <dgm:spPr/>
      <dgm:t>
        <a:bodyPr/>
        <a:lstStyle/>
        <a:p>
          <a:r>
            <a:rPr lang="en-US"/>
            <a:t>Dense (10 units, </a:t>
          </a:r>
          <a:r>
            <a:rPr lang="en-US" b="1"/>
            <a:t>softmax</a:t>
          </a:r>
          <a:r>
            <a:rPr lang="en-US"/>
            <a:t>) → class probabilities</a:t>
          </a:r>
        </a:p>
      </dgm:t>
    </dgm:pt>
    <dgm:pt modelId="{5FF27D2B-AA91-4EBF-AE18-D4F466FBC7A2}" type="parTrans" cxnId="{A195EBEB-D9F6-406B-BFDB-7C702D9609E3}">
      <dgm:prSet/>
      <dgm:spPr/>
      <dgm:t>
        <a:bodyPr/>
        <a:lstStyle/>
        <a:p>
          <a:endParaRPr lang="en-US"/>
        </a:p>
      </dgm:t>
    </dgm:pt>
    <dgm:pt modelId="{8A960CAB-1A20-4328-8A92-4CAABF1C83E1}" type="sibTrans" cxnId="{A195EBEB-D9F6-406B-BFDB-7C702D9609E3}">
      <dgm:prSet/>
      <dgm:spPr/>
      <dgm:t>
        <a:bodyPr/>
        <a:lstStyle/>
        <a:p>
          <a:endParaRPr lang="en-US"/>
        </a:p>
      </dgm:t>
    </dgm:pt>
    <dgm:pt modelId="{9EE4EDA3-D472-49E1-B948-1C98C64D7500}" type="pres">
      <dgm:prSet presAssocID="{7095CDCF-EB30-4019-874A-9137E58D3E90}" presName="Name0" presStyleCnt="0">
        <dgm:presLayoutVars>
          <dgm:dir/>
          <dgm:animLvl val="lvl"/>
          <dgm:resizeHandles val="exact"/>
        </dgm:presLayoutVars>
      </dgm:prSet>
      <dgm:spPr/>
    </dgm:pt>
    <dgm:pt modelId="{DA3D9DF4-F553-4A9D-BF11-275BFD1B8E3F}" type="pres">
      <dgm:prSet presAssocID="{20BA6464-0F3C-4072-A82B-9AC3E494C29E}" presName="composite" presStyleCnt="0"/>
      <dgm:spPr/>
    </dgm:pt>
    <dgm:pt modelId="{1D947004-5264-42E8-9510-25DBF26724D9}" type="pres">
      <dgm:prSet presAssocID="{20BA6464-0F3C-4072-A82B-9AC3E494C29E}" presName="parTx" presStyleLbl="alignNode1" presStyleIdx="0" presStyleCnt="5">
        <dgm:presLayoutVars>
          <dgm:chMax val="0"/>
          <dgm:chPref val="0"/>
          <dgm:bulletEnabled val="1"/>
        </dgm:presLayoutVars>
      </dgm:prSet>
      <dgm:spPr/>
    </dgm:pt>
    <dgm:pt modelId="{E852BAFF-4836-4AC1-9422-E98AC1AABB70}" type="pres">
      <dgm:prSet presAssocID="{20BA6464-0F3C-4072-A82B-9AC3E494C29E}" presName="desTx" presStyleLbl="alignAccFollowNode1" presStyleIdx="0" presStyleCnt="5">
        <dgm:presLayoutVars>
          <dgm:bulletEnabled val="1"/>
        </dgm:presLayoutVars>
        <dgm:style>
          <a:lnRef idx="2">
            <a:schemeClr val="dk1"/>
          </a:lnRef>
          <a:fillRef idx="1">
            <a:schemeClr val="lt1"/>
          </a:fillRef>
          <a:effectRef idx="0">
            <a:schemeClr val="dk1"/>
          </a:effectRef>
          <a:fontRef idx="minor">
            <a:schemeClr val="dk1"/>
          </a:fontRef>
        </dgm:style>
      </dgm:prSet>
      <dgm:spPr/>
    </dgm:pt>
    <dgm:pt modelId="{CC817FB5-2817-4685-B6E6-CA64D6B13562}" type="pres">
      <dgm:prSet presAssocID="{0080982A-6C52-4E4C-A37E-2D8F4AFD8BE9}" presName="space" presStyleCnt="0"/>
      <dgm:spPr/>
    </dgm:pt>
    <dgm:pt modelId="{733E91A3-D227-4E85-9450-DD97B196EE7F}" type="pres">
      <dgm:prSet presAssocID="{7D879589-DCA3-4125-B12E-F41AAA2A047C}" presName="composite" presStyleCnt="0"/>
      <dgm:spPr/>
    </dgm:pt>
    <dgm:pt modelId="{7E90448D-057D-4E95-BEF0-1AF12C311BBA}" type="pres">
      <dgm:prSet presAssocID="{7D879589-DCA3-4125-B12E-F41AAA2A047C}" presName="parTx" presStyleLbl="alignNode1" presStyleIdx="1" presStyleCnt="5">
        <dgm:presLayoutVars>
          <dgm:chMax val="0"/>
          <dgm:chPref val="0"/>
          <dgm:bulletEnabled val="1"/>
        </dgm:presLayoutVars>
      </dgm:prSet>
      <dgm:spPr/>
    </dgm:pt>
    <dgm:pt modelId="{62E7810B-4E59-4F2F-A901-F0533AD94C64}" type="pres">
      <dgm:prSet presAssocID="{7D879589-DCA3-4125-B12E-F41AAA2A047C}" presName="desTx" presStyleLbl="alignAccFollowNode1" presStyleIdx="1" presStyleCnt="5">
        <dgm:presLayoutVars>
          <dgm:bulletEnabled val="1"/>
        </dgm:presLayoutVars>
      </dgm:prSet>
      <dgm:spPr/>
    </dgm:pt>
    <dgm:pt modelId="{E4106314-BF5D-4970-A13F-35577196E6E8}" type="pres">
      <dgm:prSet presAssocID="{51EC9C5B-15D0-4CC2-BF1D-4A84F880ACA4}" presName="space" presStyleCnt="0"/>
      <dgm:spPr/>
    </dgm:pt>
    <dgm:pt modelId="{A1DDCB06-AA27-4CA0-9E12-064CC7E25284}" type="pres">
      <dgm:prSet presAssocID="{931B444F-F937-4FB8-92B4-89B9CC92F8F1}" presName="composite" presStyleCnt="0"/>
      <dgm:spPr/>
    </dgm:pt>
    <dgm:pt modelId="{F0DA81E4-1161-46EA-8E4A-28409B3F8E02}" type="pres">
      <dgm:prSet presAssocID="{931B444F-F937-4FB8-92B4-89B9CC92F8F1}" presName="parTx" presStyleLbl="alignNode1" presStyleIdx="2" presStyleCnt="5">
        <dgm:presLayoutVars>
          <dgm:chMax val="0"/>
          <dgm:chPref val="0"/>
          <dgm:bulletEnabled val="1"/>
        </dgm:presLayoutVars>
      </dgm:prSet>
      <dgm:spPr/>
    </dgm:pt>
    <dgm:pt modelId="{3AD6FA7C-657D-4D43-91D1-CDE0DCDACFAE}" type="pres">
      <dgm:prSet presAssocID="{931B444F-F937-4FB8-92B4-89B9CC92F8F1}" presName="desTx" presStyleLbl="alignAccFollowNode1" presStyleIdx="2" presStyleCnt="5">
        <dgm:presLayoutVars>
          <dgm:bulletEnabled val="1"/>
        </dgm:presLayoutVars>
      </dgm:prSet>
      <dgm:spPr/>
    </dgm:pt>
    <dgm:pt modelId="{B6753D5E-51EA-4605-917F-231FAFD3CA14}" type="pres">
      <dgm:prSet presAssocID="{9BD1D1DA-31E2-442B-A4C0-E543682342BE}" presName="space" presStyleCnt="0"/>
      <dgm:spPr/>
    </dgm:pt>
    <dgm:pt modelId="{F911137C-E73D-4F3B-B670-F583F42868F5}" type="pres">
      <dgm:prSet presAssocID="{B2A0DA78-A086-4B34-B242-E0E705BC05A7}" presName="composite" presStyleCnt="0"/>
      <dgm:spPr/>
    </dgm:pt>
    <dgm:pt modelId="{1A4580B2-4264-47C5-A62C-0F2D069BD812}" type="pres">
      <dgm:prSet presAssocID="{B2A0DA78-A086-4B34-B242-E0E705BC05A7}" presName="parTx" presStyleLbl="alignNode1" presStyleIdx="3" presStyleCnt="5">
        <dgm:presLayoutVars>
          <dgm:chMax val="0"/>
          <dgm:chPref val="0"/>
          <dgm:bulletEnabled val="1"/>
        </dgm:presLayoutVars>
      </dgm:prSet>
      <dgm:spPr/>
    </dgm:pt>
    <dgm:pt modelId="{3E24885D-520D-408F-A1DC-B5367DF73479}" type="pres">
      <dgm:prSet presAssocID="{B2A0DA78-A086-4B34-B242-E0E705BC05A7}" presName="desTx" presStyleLbl="alignAccFollowNode1" presStyleIdx="3" presStyleCnt="5">
        <dgm:presLayoutVars>
          <dgm:bulletEnabled val="1"/>
        </dgm:presLayoutVars>
      </dgm:prSet>
      <dgm:spPr/>
    </dgm:pt>
    <dgm:pt modelId="{0BA1012E-3D78-4AF3-9284-E7F019BFD1FF}" type="pres">
      <dgm:prSet presAssocID="{A2ECF2EC-B5D2-41D1-B7F9-DCAD872E067B}" presName="space" presStyleCnt="0"/>
      <dgm:spPr/>
    </dgm:pt>
    <dgm:pt modelId="{329B827A-54D5-4C3F-B8DB-8FB418E0AA8E}" type="pres">
      <dgm:prSet presAssocID="{61A0D2E2-F892-4BA1-BBC3-02B40B4D166A}" presName="composite" presStyleCnt="0"/>
      <dgm:spPr/>
    </dgm:pt>
    <dgm:pt modelId="{0F64B792-99FA-48B7-80BA-F7DF57CBB2FA}" type="pres">
      <dgm:prSet presAssocID="{61A0D2E2-F892-4BA1-BBC3-02B40B4D166A}" presName="parTx" presStyleLbl="alignNode1" presStyleIdx="4" presStyleCnt="5">
        <dgm:presLayoutVars>
          <dgm:chMax val="0"/>
          <dgm:chPref val="0"/>
          <dgm:bulletEnabled val="1"/>
        </dgm:presLayoutVars>
      </dgm:prSet>
      <dgm:spPr/>
    </dgm:pt>
    <dgm:pt modelId="{29C7CCA8-7C2D-4527-B060-2AE8CD0706EC}" type="pres">
      <dgm:prSet presAssocID="{61A0D2E2-F892-4BA1-BBC3-02B40B4D166A}" presName="desTx" presStyleLbl="alignAccFollowNode1" presStyleIdx="4" presStyleCnt="5">
        <dgm:presLayoutVars>
          <dgm:bulletEnabled val="1"/>
        </dgm:presLayoutVars>
      </dgm:prSet>
      <dgm:spPr/>
    </dgm:pt>
  </dgm:ptLst>
  <dgm:cxnLst>
    <dgm:cxn modelId="{081E4B00-2E54-464D-842A-5C5F908BB876}" type="presOf" srcId="{FB2FBBA9-D2EB-4C92-B3BA-A91AE3517965}" destId="{3E24885D-520D-408F-A1DC-B5367DF73479}" srcOrd="0" destOrd="0" presId="urn:microsoft.com/office/officeart/2005/8/layout/hList1"/>
    <dgm:cxn modelId="{0553A116-F00A-4C09-BE4C-01E1D67BB869}" srcId="{7095CDCF-EB30-4019-874A-9137E58D3E90}" destId="{931B444F-F937-4FB8-92B4-89B9CC92F8F1}" srcOrd="2" destOrd="0" parTransId="{64AFA3BA-4F71-4868-93F3-6BCB30CE58C8}" sibTransId="{9BD1D1DA-31E2-442B-A4C0-E543682342BE}"/>
    <dgm:cxn modelId="{765D1B1D-CD14-42FD-93B7-3AB8648BAA91}" srcId="{7095CDCF-EB30-4019-874A-9137E58D3E90}" destId="{20BA6464-0F3C-4072-A82B-9AC3E494C29E}" srcOrd="0" destOrd="0" parTransId="{9E214AC6-8DB0-458C-8C65-FD58F1342A50}" sibTransId="{0080982A-6C52-4E4C-A37E-2D8F4AFD8BE9}"/>
    <dgm:cxn modelId="{8BC7221E-B167-4887-8AFC-A05380C900C4}" type="presOf" srcId="{0775B5B0-A70A-43AD-A76A-292DCD1A0D30}" destId="{62E7810B-4E59-4F2F-A901-F0533AD94C64}" srcOrd="0" destOrd="0" presId="urn:microsoft.com/office/officeart/2005/8/layout/hList1"/>
    <dgm:cxn modelId="{53683C1E-ACD3-4F74-A984-4025AA675B2F}" srcId="{7D879589-DCA3-4125-B12E-F41AAA2A047C}" destId="{321EBA9A-33E9-4E76-8147-F50760027FDB}" srcOrd="2" destOrd="0" parTransId="{A7821463-798A-4057-A13B-BB2C3B579AD6}" sibTransId="{B22441B5-7EA8-4A22-A2E5-ADA503417FF2}"/>
    <dgm:cxn modelId="{417AC927-0F20-469F-9899-C1D8BF7CFE91}" type="presOf" srcId="{8B63085D-05E2-41F0-BE9E-55534A02FB24}" destId="{3AD6FA7C-657D-4D43-91D1-CDE0DCDACFAE}" srcOrd="0" destOrd="2" presId="urn:microsoft.com/office/officeart/2005/8/layout/hList1"/>
    <dgm:cxn modelId="{FFB0D52E-3A09-4AD2-BB9D-16FB73D26C66}" type="presOf" srcId="{9EBE8EE3-BA0A-495A-8B67-B8F60CAB1F20}" destId="{3E24885D-520D-408F-A1DC-B5367DF73479}" srcOrd="0" destOrd="2" presId="urn:microsoft.com/office/officeart/2005/8/layout/hList1"/>
    <dgm:cxn modelId="{F6C78140-E1D0-4EFF-9BB6-8ADA64A8CADE}" type="presOf" srcId="{FFD800B6-72FA-4500-9484-54214EDBEBCC}" destId="{3E24885D-520D-408F-A1DC-B5367DF73479}" srcOrd="0" destOrd="1" presId="urn:microsoft.com/office/officeart/2005/8/layout/hList1"/>
    <dgm:cxn modelId="{604C1E5C-BF27-4CBB-BD83-7EF079E17C59}" type="presOf" srcId="{321EBA9A-33E9-4E76-8147-F50760027FDB}" destId="{62E7810B-4E59-4F2F-A901-F0533AD94C64}" srcOrd="0" destOrd="2" presId="urn:microsoft.com/office/officeart/2005/8/layout/hList1"/>
    <dgm:cxn modelId="{24BD2260-AFE2-47FB-B0BC-8D11BAD42085}" srcId="{7D879589-DCA3-4125-B12E-F41AAA2A047C}" destId="{0775B5B0-A70A-43AD-A76A-292DCD1A0D30}" srcOrd="0" destOrd="0" parTransId="{B2E55A4F-8724-407F-841C-C2CC9FC659B0}" sibTransId="{1509D413-96DB-4FB9-940F-D0602532C9BD}"/>
    <dgm:cxn modelId="{E3D37941-A925-4A56-BAE3-971F05B92E70}" srcId="{931B444F-F937-4FB8-92B4-89B9CC92F8F1}" destId="{E663B716-538F-4C9E-9295-407F7921154E}" srcOrd="0" destOrd="0" parTransId="{ED7063D1-BA98-4F36-B7E5-8DE472D4F24B}" sibTransId="{D288A68F-F7E2-4D75-BA1D-D3BB7757860F}"/>
    <dgm:cxn modelId="{B59F3664-0C8F-4B36-BB28-0FAF7A83479E}" srcId="{7095CDCF-EB30-4019-874A-9137E58D3E90}" destId="{7D879589-DCA3-4125-B12E-F41AAA2A047C}" srcOrd="1" destOrd="0" parTransId="{F12EE51B-E479-456C-BB77-F3D34FB72135}" sibTransId="{51EC9C5B-15D0-4CC2-BF1D-4A84F880ACA4}"/>
    <dgm:cxn modelId="{6D94F167-DC3D-47F0-8A80-D2240009F10D}" srcId="{931B444F-F937-4FB8-92B4-89B9CC92F8F1}" destId="{14789990-FF6D-4460-9F09-9CE49EB0DEE7}" srcOrd="1" destOrd="0" parTransId="{92EB7F50-54AE-49AE-8B8D-A852867DD0CF}" sibTransId="{7428F013-51DD-4EDF-820A-4284C07BC9C2}"/>
    <dgm:cxn modelId="{C106F249-08EA-4A4A-9E39-61E8BC6A0BDB}" srcId="{B2A0DA78-A086-4B34-B242-E0E705BC05A7}" destId="{9EBE8EE3-BA0A-495A-8B67-B8F60CAB1F20}" srcOrd="2" destOrd="0" parTransId="{3B3E589B-A563-4691-BD70-85E8001DFAC5}" sibTransId="{82B09367-59EC-4589-9A1A-4AC0FC88A307}"/>
    <dgm:cxn modelId="{70081C6A-FAFC-43C5-A6DA-5C5ADAFDA17B}" srcId="{7095CDCF-EB30-4019-874A-9137E58D3E90}" destId="{B2A0DA78-A086-4B34-B242-E0E705BC05A7}" srcOrd="3" destOrd="0" parTransId="{F2267D5D-27C7-4B55-BF3E-880DBE62DF94}" sibTransId="{A2ECF2EC-B5D2-41D1-B7F9-DCAD872E067B}"/>
    <dgm:cxn modelId="{354D306C-4751-42A8-8226-6D72B5BC611C}" type="presOf" srcId="{931B444F-F937-4FB8-92B4-89B9CC92F8F1}" destId="{F0DA81E4-1161-46EA-8E4A-28409B3F8E02}" srcOrd="0" destOrd="0" presId="urn:microsoft.com/office/officeart/2005/8/layout/hList1"/>
    <dgm:cxn modelId="{748E2951-8BC7-470A-99FD-21D4C1984F43}" type="presOf" srcId="{E663B716-538F-4C9E-9295-407F7921154E}" destId="{3AD6FA7C-657D-4D43-91D1-CDE0DCDACFAE}" srcOrd="0" destOrd="0" presId="urn:microsoft.com/office/officeart/2005/8/layout/hList1"/>
    <dgm:cxn modelId="{61CC2153-7E7D-4CB1-B228-77EE955A7BD4}" srcId="{B2A0DA78-A086-4B34-B242-E0E705BC05A7}" destId="{FB2FBBA9-D2EB-4C92-B3BA-A91AE3517965}" srcOrd="0" destOrd="0" parTransId="{1969DC47-F87A-4E59-84C4-2AB88211C2DF}" sibTransId="{D6B673A9-FD56-4ECC-9F3B-3B043E752EE6}"/>
    <dgm:cxn modelId="{18192175-D7BB-4DF2-A027-45D9349F9C5A}" type="presOf" srcId="{20BA6464-0F3C-4072-A82B-9AC3E494C29E}" destId="{1D947004-5264-42E8-9510-25DBF26724D9}" srcOrd="0" destOrd="0" presId="urn:microsoft.com/office/officeart/2005/8/layout/hList1"/>
    <dgm:cxn modelId="{4DC6D577-DAA5-4411-9231-BBA6018C747E}" type="presOf" srcId="{209D9092-CEC5-4332-B197-C9113CE49C64}" destId="{62E7810B-4E59-4F2F-A901-F0533AD94C64}" srcOrd="0" destOrd="1" presId="urn:microsoft.com/office/officeart/2005/8/layout/hList1"/>
    <dgm:cxn modelId="{1AD44E7C-F601-495E-9E6C-B5B2B85CBF87}" type="presOf" srcId="{61A0D2E2-F892-4BA1-BBC3-02B40B4D166A}" destId="{0F64B792-99FA-48B7-80BA-F7DF57CBB2FA}" srcOrd="0" destOrd="0" presId="urn:microsoft.com/office/officeart/2005/8/layout/hList1"/>
    <dgm:cxn modelId="{10809A86-BF24-46D2-ACA4-CBEADA26FE92}" srcId="{7D879589-DCA3-4125-B12E-F41AAA2A047C}" destId="{209D9092-CEC5-4332-B197-C9113CE49C64}" srcOrd="1" destOrd="0" parTransId="{4415A6DA-6F21-412A-A6E0-4AF0773E6F1A}" sibTransId="{76DF80E8-B893-45AF-8BB6-DD8C3A3D6497}"/>
    <dgm:cxn modelId="{FE4FAF8B-BD4A-4AC2-AC33-9B30D5A6BE3E}" srcId="{7095CDCF-EB30-4019-874A-9137E58D3E90}" destId="{61A0D2E2-F892-4BA1-BBC3-02B40B4D166A}" srcOrd="4" destOrd="0" parTransId="{341755A9-68F1-48D7-8534-9B5C69FB67F4}" sibTransId="{F6E0CEC5-8A92-4C00-B15D-1146C1D9AAEE}"/>
    <dgm:cxn modelId="{2B7AA48D-EDD0-45E5-BDF4-9AF0E99D292B}" type="presOf" srcId="{B2A0DA78-A086-4B34-B242-E0E705BC05A7}" destId="{1A4580B2-4264-47C5-A62C-0F2D069BD812}" srcOrd="0" destOrd="0" presId="urn:microsoft.com/office/officeart/2005/8/layout/hList1"/>
    <dgm:cxn modelId="{54E7E09C-E1FB-4026-9880-C7C6EB280CF1}" type="presOf" srcId="{7D879589-DCA3-4125-B12E-F41AAA2A047C}" destId="{7E90448D-057D-4E95-BEF0-1AF12C311BBA}" srcOrd="0" destOrd="0" presId="urn:microsoft.com/office/officeart/2005/8/layout/hList1"/>
    <dgm:cxn modelId="{C06E41A0-3202-4F63-AA30-A0E0E6ABB1F1}" srcId="{B2A0DA78-A086-4B34-B242-E0E705BC05A7}" destId="{FFD800B6-72FA-4500-9484-54214EDBEBCC}" srcOrd="1" destOrd="0" parTransId="{13610B4D-8180-4C84-96A0-551D817BC4D2}" sibTransId="{1C8F3D08-7BAA-48B4-94B3-92FF62B325F2}"/>
    <dgm:cxn modelId="{8EBE0EBB-9A45-49AF-A811-EF252D9FFEE0}" srcId="{61A0D2E2-F892-4BA1-BBC3-02B40B4D166A}" destId="{2D7A75C9-2304-4CA8-8EC9-5F79AA00545E}" srcOrd="0" destOrd="0" parTransId="{55D2A99C-7DD3-4F6C-938B-83205C9C5393}" sibTransId="{27C69384-F73C-4ADF-BB5E-B4879D690DCF}"/>
    <dgm:cxn modelId="{35BB11DB-136A-4FE5-8563-E68C2639B06B}" type="presOf" srcId="{FB6DAF73-2D7B-4412-8930-89FE436C7014}" destId="{29C7CCA8-7C2D-4527-B060-2AE8CD0706EC}" srcOrd="0" destOrd="1" presId="urn:microsoft.com/office/officeart/2005/8/layout/hList1"/>
    <dgm:cxn modelId="{76E2CCDE-0BBD-42BF-844D-5456C8858A05}" type="presOf" srcId="{14789990-FF6D-4460-9F09-9CE49EB0DEE7}" destId="{3AD6FA7C-657D-4D43-91D1-CDE0DCDACFAE}" srcOrd="0" destOrd="1" presId="urn:microsoft.com/office/officeart/2005/8/layout/hList1"/>
    <dgm:cxn modelId="{A195EBEB-D9F6-406B-BFDB-7C702D9609E3}" srcId="{61A0D2E2-F892-4BA1-BBC3-02B40B4D166A}" destId="{FB6DAF73-2D7B-4412-8930-89FE436C7014}" srcOrd="1" destOrd="0" parTransId="{5FF27D2B-AA91-4EBF-AE18-D4F466FBC7A2}" sibTransId="{8A960CAB-1A20-4328-8A92-4CAABF1C83E1}"/>
    <dgm:cxn modelId="{EB0426F3-8158-4E20-A38E-7F2D8B9E6E8D}" type="presOf" srcId="{7095CDCF-EB30-4019-874A-9137E58D3E90}" destId="{9EE4EDA3-D472-49E1-B948-1C98C64D7500}" srcOrd="0" destOrd="0" presId="urn:microsoft.com/office/officeart/2005/8/layout/hList1"/>
    <dgm:cxn modelId="{59D345F8-C6D9-41C8-BB88-E71E90EF1CAB}" type="presOf" srcId="{2D7A75C9-2304-4CA8-8EC9-5F79AA00545E}" destId="{29C7CCA8-7C2D-4527-B060-2AE8CD0706EC}" srcOrd="0" destOrd="0" presId="urn:microsoft.com/office/officeart/2005/8/layout/hList1"/>
    <dgm:cxn modelId="{525CFCFF-0ABB-441D-82F4-9B5DBB334A83}" srcId="{931B444F-F937-4FB8-92B4-89B9CC92F8F1}" destId="{8B63085D-05E2-41F0-BE9E-55534A02FB24}" srcOrd="2" destOrd="0" parTransId="{8F26036D-D35C-4E79-BE41-E87701B9C689}" sibTransId="{5B29D6DF-0ED2-48E6-9A55-E143A277F3C9}"/>
    <dgm:cxn modelId="{B3CA3E87-0E15-4206-92A1-A1EFE78E14A5}" type="presParOf" srcId="{9EE4EDA3-D472-49E1-B948-1C98C64D7500}" destId="{DA3D9DF4-F553-4A9D-BF11-275BFD1B8E3F}" srcOrd="0" destOrd="0" presId="urn:microsoft.com/office/officeart/2005/8/layout/hList1"/>
    <dgm:cxn modelId="{186FE0AB-E3F6-4F98-9BCF-4B707E7E3CBC}" type="presParOf" srcId="{DA3D9DF4-F553-4A9D-BF11-275BFD1B8E3F}" destId="{1D947004-5264-42E8-9510-25DBF26724D9}" srcOrd="0" destOrd="0" presId="urn:microsoft.com/office/officeart/2005/8/layout/hList1"/>
    <dgm:cxn modelId="{EDE2E62B-945D-4DF0-915F-F17320A16A88}" type="presParOf" srcId="{DA3D9DF4-F553-4A9D-BF11-275BFD1B8E3F}" destId="{E852BAFF-4836-4AC1-9422-E98AC1AABB70}" srcOrd="1" destOrd="0" presId="urn:microsoft.com/office/officeart/2005/8/layout/hList1"/>
    <dgm:cxn modelId="{901E7035-E8D8-438C-86FE-74D4BCBD89A8}" type="presParOf" srcId="{9EE4EDA3-D472-49E1-B948-1C98C64D7500}" destId="{CC817FB5-2817-4685-B6E6-CA64D6B13562}" srcOrd="1" destOrd="0" presId="urn:microsoft.com/office/officeart/2005/8/layout/hList1"/>
    <dgm:cxn modelId="{3C78E28C-A69C-4AA6-87A0-69B0890C0660}" type="presParOf" srcId="{9EE4EDA3-D472-49E1-B948-1C98C64D7500}" destId="{733E91A3-D227-4E85-9450-DD97B196EE7F}" srcOrd="2" destOrd="0" presId="urn:microsoft.com/office/officeart/2005/8/layout/hList1"/>
    <dgm:cxn modelId="{5D61E0DF-9ACC-4A53-AAC8-023CBFB7F8F2}" type="presParOf" srcId="{733E91A3-D227-4E85-9450-DD97B196EE7F}" destId="{7E90448D-057D-4E95-BEF0-1AF12C311BBA}" srcOrd="0" destOrd="0" presId="urn:microsoft.com/office/officeart/2005/8/layout/hList1"/>
    <dgm:cxn modelId="{E9F37643-D07E-478F-B1DC-36C04BD62208}" type="presParOf" srcId="{733E91A3-D227-4E85-9450-DD97B196EE7F}" destId="{62E7810B-4E59-4F2F-A901-F0533AD94C64}" srcOrd="1" destOrd="0" presId="urn:microsoft.com/office/officeart/2005/8/layout/hList1"/>
    <dgm:cxn modelId="{E501FB8C-B768-437E-BEA3-4760E298E9C6}" type="presParOf" srcId="{9EE4EDA3-D472-49E1-B948-1C98C64D7500}" destId="{E4106314-BF5D-4970-A13F-35577196E6E8}" srcOrd="3" destOrd="0" presId="urn:microsoft.com/office/officeart/2005/8/layout/hList1"/>
    <dgm:cxn modelId="{012FAD54-8DBA-4468-A102-13891EB6EA5C}" type="presParOf" srcId="{9EE4EDA3-D472-49E1-B948-1C98C64D7500}" destId="{A1DDCB06-AA27-4CA0-9E12-064CC7E25284}" srcOrd="4" destOrd="0" presId="urn:microsoft.com/office/officeart/2005/8/layout/hList1"/>
    <dgm:cxn modelId="{34A024E5-ECE9-4E21-95AF-DF04BA991805}" type="presParOf" srcId="{A1DDCB06-AA27-4CA0-9E12-064CC7E25284}" destId="{F0DA81E4-1161-46EA-8E4A-28409B3F8E02}" srcOrd="0" destOrd="0" presId="urn:microsoft.com/office/officeart/2005/8/layout/hList1"/>
    <dgm:cxn modelId="{CF62CF28-0709-49A4-A25F-6A1038D00F33}" type="presParOf" srcId="{A1DDCB06-AA27-4CA0-9E12-064CC7E25284}" destId="{3AD6FA7C-657D-4D43-91D1-CDE0DCDACFAE}" srcOrd="1" destOrd="0" presId="urn:microsoft.com/office/officeart/2005/8/layout/hList1"/>
    <dgm:cxn modelId="{E39F587C-A429-47FF-9888-46B6B51950D7}" type="presParOf" srcId="{9EE4EDA3-D472-49E1-B948-1C98C64D7500}" destId="{B6753D5E-51EA-4605-917F-231FAFD3CA14}" srcOrd="5" destOrd="0" presId="urn:microsoft.com/office/officeart/2005/8/layout/hList1"/>
    <dgm:cxn modelId="{D0D72D19-63D5-4FC2-A36A-CB82FC15E540}" type="presParOf" srcId="{9EE4EDA3-D472-49E1-B948-1C98C64D7500}" destId="{F911137C-E73D-4F3B-B670-F583F42868F5}" srcOrd="6" destOrd="0" presId="urn:microsoft.com/office/officeart/2005/8/layout/hList1"/>
    <dgm:cxn modelId="{BBF44133-287E-414E-96DB-F5C23176ECED}" type="presParOf" srcId="{F911137C-E73D-4F3B-B670-F583F42868F5}" destId="{1A4580B2-4264-47C5-A62C-0F2D069BD812}" srcOrd="0" destOrd="0" presId="urn:microsoft.com/office/officeart/2005/8/layout/hList1"/>
    <dgm:cxn modelId="{EF749590-C1EA-498E-AF91-FC14451EA75D}" type="presParOf" srcId="{F911137C-E73D-4F3B-B670-F583F42868F5}" destId="{3E24885D-520D-408F-A1DC-B5367DF73479}" srcOrd="1" destOrd="0" presId="urn:microsoft.com/office/officeart/2005/8/layout/hList1"/>
    <dgm:cxn modelId="{F90C49AC-D974-45D5-9ADD-C0BEC64D1184}" type="presParOf" srcId="{9EE4EDA3-D472-49E1-B948-1C98C64D7500}" destId="{0BA1012E-3D78-4AF3-9284-E7F019BFD1FF}" srcOrd="7" destOrd="0" presId="urn:microsoft.com/office/officeart/2005/8/layout/hList1"/>
    <dgm:cxn modelId="{3E9EE1BD-8862-47C8-9AD0-8ED7ABCCC54E}" type="presParOf" srcId="{9EE4EDA3-D472-49E1-B948-1C98C64D7500}" destId="{329B827A-54D5-4C3F-B8DB-8FB418E0AA8E}" srcOrd="8" destOrd="0" presId="urn:microsoft.com/office/officeart/2005/8/layout/hList1"/>
    <dgm:cxn modelId="{D7D92415-9F0D-4EF9-A222-60E0329CE003}" type="presParOf" srcId="{329B827A-54D5-4C3F-B8DB-8FB418E0AA8E}" destId="{0F64B792-99FA-48B7-80BA-F7DF57CBB2FA}" srcOrd="0" destOrd="0" presId="urn:microsoft.com/office/officeart/2005/8/layout/hList1"/>
    <dgm:cxn modelId="{B27DAA8C-CCDF-4E48-AC63-6515FCFDD88A}" type="presParOf" srcId="{329B827A-54D5-4C3F-B8DB-8FB418E0AA8E}" destId="{29C7CCA8-7C2D-4527-B060-2AE8CD0706E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C8AD8D5-3AAD-4C1F-A458-43E343857895}"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D94B3E2A-9F10-4C45-ADA0-C0461DFFBCF5}">
      <dgm:prSet>
        <dgm:style>
          <a:lnRef idx="2">
            <a:schemeClr val="dk1"/>
          </a:lnRef>
          <a:fillRef idx="1">
            <a:schemeClr val="lt1"/>
          </a:fillRef>
          <a:effectRef idx="0">
            <a:schemeClr val="dk1"/>
          </a:effectRef>
          <a:fontRef idx="minor">
            <a:schemeClr val="dk1"/>
          </a:fontRef>
        </dgm:style>
      </dgm:prSet>
      <dgm:spPr/>
      <dgm:t>
        <a:bodyPr/>
        <a:lstStyle/>
        <a:p>
          <a:r>
            <a:rPr lang="en-US" b="1" dirty="0"/>
            <a:t>Training Data</a:t>
          </a:r>
          <a:endParaRPr lang="en-US" dirty="0"/>
        </a:p>
      </dgm:t>
    </dgm:pt>
    <dgm:pt modelId="{244DAD2C-E80C-49ED-9821-A9C8D05BDFF0}" type="parTrans" cxnId="{B46A3588-8FB1-4D1F-94C2-DD08CDEBAC9A}">
      <dgm:prSet/>
      <dgm:spPr/>
      <dgm:t>
        <a:bodyPr/>
        <a:lstStyle/>
        <a:p>
          <a:endParaRPr lang="en-US"/>
        </a:p>
      </dgm:t>
    </dgm:pt>
    <dgm:pt modelId="{5FF03AE2-A2C7-4786-BDEC-142056E4F681}" type="sibTrans" cxnId="{B46A3588-8FB1-4D1F-94C2-DD08CDEBAC9A}">
      <dgm:prSet/>
      <dgm:spPr/>
      <dgm:t>
        <a:bodyPr/>
        <a:lstStyle/>
        <a:p>
          <a:endParaRPr lang="en-US"/>
        </a:p>
      </dgm:t>
    </dgm:pt>
    <dgm:pt modelId="{8F32167E-FFCC-4E18-91E5-F2EBF519A1EB}">
      <dgm:prSet>
        <dgm:style>
          <a:lnRef idx="2">
            <a:schemeClr val="dk1"/>
          </a:lnRef>
          <a:fillRef idx="1">
            <a:schemeClr val="lt1"/>
          </a:fillRef>
          <a:effectRef idx="0">
            <a:schemeClr val="dk1"/>
          </a:effectRef>
          <a:fontRef idx="minor">
            <a:schemeClr val="dk1"/>
          </a:fontRef>
        </dgm:style>
      </dgm:prSet>
      <dgm:spPr/>
      <dgm:t>
        <a:bodyPr/>
        <a:lstStyle/>
        <a:p>
          <a:r>
            <a:rPr lang="en-US"/>
            <a:t>Model is trained on the </a:t>
          </a:r>
          <a:r>
            <a:rPr lang="en-US" b="1"/>
            <a:t>preprocessed + augmented</a:t>
          </a:r>
          <a:r>
            <a:rPr lang="en-US"/>
            <a:t> CIFAR-10 subset.</a:t>
          </a:r>
        </a:p>
      </dgm:t>
    </dgm:pt>
    <dgm:pt modelId="{4093FFA7-2515-404F-8FEB-C68809DB34C4}" type="parTrans" cxnId="{B5AA1E3F-3E23-4A02-BF71-D48DE6E6AF5B}">
      <dgm:prSet/>
      <dgm:spPr/>
      <dgm:t>
        <a:bodyPr/>
        <a:lstStyle/>
        <a:p>
          <a:endParaRPr lang="en-US"/>
        </a:p>
      </dgm:t>
    </dgm:pt>
    <dgm:pt modelId="{31340C94-2088-47C0-A204-2F84906EA6CD}" type="sibTrans" cxnId="{B5AA1E3F-3E23-4A02-BF71-D48DE6E6AF5B}">
      <dgm:prSet/>
      <dgm:spPr/>
      <dgm:t>
        <a:bodyPr/>
        <a:lstStyle/>
        <a:p>
          <a:endParaRPr lang="en-US"/>
        </a:p>
      </dgm:t>
    </dgm:pt>
    <dgm:pt modelId="{24C11082-C386-4A06-A331-3E685F50D93E}">
      <dgm:prSet>
        <dgm:style>
          <a:lnRef idx="2">
            <a:schemeClr val="dk1"/>
          </a:lnRef>
          <a:fillRef idx="1">
            <a:schemeClr val="lt1"/>
          </a:fillRef>
          <a:effectRef idx="0">
            <a:schemeClr val="dk1"/>
          </a:effectRef>
          <a:fontRef idx="minor">
            <a:schemeClr val="dk1"/>
          </a:fontRef>
        </dgm:style>
      </dgm:prSet>
      <dgm:spPr/>
      <dgm:t>
        <a:bodyPr/>
        <a:lstStyle/>
        <a:p>
          <a:r>
            <a:rPr lang="en-US" b="1" dirty="0"/>
            <a:t>Train:</a:t>
          </a:r>
          <a:r>
            <a:rPr lang="en-US" dirty="0"/>
            <a:t> 7,000 images  </a:t>
          </a:r>
          <a:r>
            <a:rPr lang="en-US" b="1" dirty="0"/>
            <a:t>Validation:</a:t>
          </a:r>
          <a:r>
            <a:rPr lang="en-US" dirty="0"/>
            <a:t> 1,500 images</a:t>
          </a:r>
        </a:p>
      </dgm:t>
    </dgm:pt>
    <dgm:pt modelId="{1CD93CDB-59B2-4BA7-963F-ACCA323FAC53}" type="parTrans" cxnId="{570338BC-0896-401B-8979-CAC333C39562}">
      <dgm:prSet/>
      <dgm:spPr/>
      <dgm:t>
        <a:bodyPr/>
        <a:lstStyle/>
        <a:p>
          <a:endParaRPr lang="en-US"/>
        </a:p>
      </dgm:t>
    </dgm:pt>
    <dgm:pt modelId="{6FB7160C-F623-4CAF-A54B-57FC9CD1EB29}" type="sibTrans" cxnId="{570338BC-0896-401B-8979-CAC333C39562}">
      <dgm:prSet/>
      <dgm:spPr/>
      <dgm:t>
        <a:bodyPr/>
        <a:lstStyle/>
        <a:p>
          <a:endParaRPr lang="en-US"/>
        </a:p>
      </dgm:t>
    </dgm:pt>
    <dgm:pt modelId="{A1F940F3-3573-4809-8D9C-9A125F33C010}">
      <dgm:prSet>
        <dgm:style>
          <a:lnRef idx="2">
            <a:schemeClr val="dk1"/>
          </a:lnRef>
          <a:fillRef idx="1">
            <a:schemeClr val="lt1"/>
          </a:fillRef>
          <a:effectRef idx="0">
            <a:schemeClr val="dk1"/>
          </a:effectRef>
          <a:fontRef idx="minor">
            <a:schemeClr val="dk1"/>
          </a:fontRef>
        </dgm:style>
      </dgm:prSet>
      <dgm:spPr/>
      <dgm:t>
        <a:bodyPr/>
        <a:lstStyle/>
        <a:p>
          <a:r>
            <a:rPr lang="en-US" b="1"/>
            <a:t>Loss Function</a:t>
          </a:r>
          <a:endParaRPr lang="en-US"/>
        </a:p>
      </dgm:t>
    </dgm:pt>
    <dgm:pt modelId="{FE594F5C-BF45-4FE1-A76C-5D11ECFFBB92}" type="parTrans" cxnId="{3D927D64-F72A-40E2-AD7B-B333AAFA8282}">
      <dgm:prSet/>
      <dgm:spPr/>
      <dgm:t>
        <a:bodyPr/>
        <a:lstStyle/>
        <a:p>
          <a:endParaRPr lang="en-US"/>
        </a:p>
      </dgm:t>
    </dgm:pt>
    <dgm:pt modelId="{2CEDB6F5-560E-4AA2-B631-D92E7E744018}" type="sibTrans" cxnId="{3D927D64-F72A-40E2-AD7B-B333AAFA8282}">
      <dgm:prSet/>
      <dgm:spPr/>
      <dgm:t>
        <a:bodyPr/>
        <a:lstStyle/>
        <a:p>
          <a:endParaRPr lang="en-US"/>
        </a:p>
      </dgm:t>
    </dgm:pt>
    <dgm:pt modelId="{53518D4F-C781-47E6-8CFE-1F34864E61ED}">
      <dgm:prSet>
        <dgm:style>
          <a:lnRef idx="2">
            <a:schemeClr val="dk1"/>
          </a:lnRef>
          <a:fillRef idx="1">
            <a:schemeClr val="lt1"/>
          </a:fillRef>
          <a:effectRef idx="0">
            <a:schemeClr val="dk1"/>
          </a:effectRef>
          <a:fontRef idx="minor">
            <a:schemeClr val="dk1"/>
          </a:fontRef>
        </dgm:style>
      </dgm:prSet>
      <dgm:spPr/>
      <dgm:t>
        <a:bodyPr/>
        <a:lstStyle/>
        <a:p>
          <a:r>
            <a:rPr lang="en-US" b="1"/>
            <a:t>Categorical Cross-Entropy</a:t>
          </a:r>
          <a:endParaRPr lang="en-US"/>
        </a:p>
      </dgm:t>
    </dgm:pt>
    <dgm:pt modelId="{7581F2C5-8AF8-4CBD-82C2-3189D56D2F07}" type="parTrans" cxnId="{FA02D317-576C-4E1A-B205-BA20F559ECFF}">
      <dgm:prSet/>
      <dgm:spPr/>
      <dgm:t>
        <a:bodyPr/>
        <a:lstStyle/>
        <a:p>
          <a:endParaRPr lang="en-US"/>
        </a:p>
      </dgm:t>
    </dgm:pt>
    <dgm:pt modelId="{EEB73A71-018B-447A-BAB5-A719FA17AE31}" type="sibTrans" cxnId="{FA02D317-576C-4E1A-B205-BA20F559ECFF}">
      <dgm:prSet/>
      <dgm:spPr/>
      <dgm:t>
        <a:bodyPr/>
        <a:lstStyle/>
        <a:p>
          <a:endParaRPr lang="en-US"/>
        </a:p>
      </dgm:t>
    </dgm:pt>
    <dgm:pt modelId="{8EFECFF1-D8EC-4CEC-A9AC-2860C21E2725}">
      <dgm:prSet>
        <dgm:style>
          <a:lnRef idx="2">
            <a:schemeClr val="dk1"/>
          </a:lnRef>
          <a:fillRef idx="1">
            <a:schemeClr val="lt1"/>
          </a:fillRef>
          <a:effectRef idx="0">
            <a:schemeClr val="dk1"/>
          </a:effectRef>
          <a:fontRef idx="minor">
            <a:schemeClr val="dk1"/>
          </a:fontRef>
        </dgm:style>
      </dgm:prSet>
      <dgm:spPr/>
      <dgm:t>
        <a:bodyPr/>
        <a:lstStyle/>
        <a:p>
          <a:r>
            <a:rPr lang="en-US" dirty="0"/>
            <a:t>Used for </a:t>
          </a:r>
          <a:r>
            <a:rPr lang="en-US" b="1" dirty="0"/>
            <a:t>multi-class classification</a:t>
          </a:r>
          <a:r>
            <a:rPr lang="en-US" dirty="0"/>
            <a:t> with 10 classes.</a:t>
          </a:r>
        </a:p>
      </dgm:t>
    </dgm:pt>
    <dgm:pt modelId="{2AA47334-8766-4538-842C-280295BEBED5}" type="parTrans" cxnId="{16505CF2-E86E-4BE0-8ABF-71B38D21C87A}">
      <dgm:prSet/>
      <dgm:spPr/>
      <dgm:t>
        <a:bodyPr/>
        <a:lstStyle/>
        <a:p>
          <a:endParaRPr lang="en-US"/>
        </a:p>
      </dgm:t>
    </dgm:pt>
    <dgm:pt modelId="{B2EF8B53-4116-477F-81BA-CE1FF03C5DB0}" type="sibTrans" cxnId="{16505CF2-E86E-4BE0-8ABF-71B38D21C87A}">
      <dgm:prSet/>
      <dgm:spPr/>
      <dgm:t>
        <a:bodyPr/>
        <a:lstStyle/>
        <a:p>
          <a:endParaRPr lang="en-US"/>
        </a:p>
      </dgm:t>
    </dgm:pt>
    <dgm:pt modelId="{7E3FD370-8BCF-44B6-B2B3-9712BE885A38}">
      <dgm:prSet>
        <dgm:style>
          <a:lnRef idx="2">
            <a:schemeClr val="dk1"/>
          </a:lnRef>
          <a:fillRef idx="1">
            <a:schemeClr val="lt1"/>
          </a:fillRef>
          <a:effectRef idx="0">
            <a:schemeClr val="dk1"/>
          </a:effectRef>
          <a:fontRef idx="minor">
            <a:schemeClr val="dk1"/>
          </a:fontRef>
        </dgm:style>
      </dgm:prSet>
      <dgm:spPr/>
      <dgm:t>
        <a:bodyPr/>
        <a:lstStyle/>
        <a:p>
          <a:r>
            <a:rPr lang="en-US" dirty="0"/>
            <a:t>Measures how well the predicted probability distribution matches the true labels.</a:t>
          </a:r>
        </a:p>
      </dgm:t>
    </dgm:pt>
    <dgm:pt modelId="{15B518D8-5BF0-48E7-A582-7E3DE8780B77}" type="parTrans" cxnId="{1B35E66E-C53A-4104-B24D-CFFDAB04FF86}">
      <dgm:prSet/>
      <dgm:spPr/>
      <dgm:t>
        <a:bodyPr/>
        <a:lstStyle/>
        <a:p>
          <a:endParaRPr lang="en-US"/>
        </a:p>
      </dgm:t>
    </dgm:pt>
    <dgm:pt modelId="{A971814B-A6A2-46BC-A15E-FD3B336C60AD}" type="sibTrans" cxnId="{1B35E66E-C53A-4104-B24D-CFFDAB04FF86}">
      <dgm:prSet/>
      <dgm:spPr/>
      <dgm:t>
        <a:bodyPr/>
        <a:lstStyle/>
        <a:p>
          <a:endParaRPr lang="en-US"/>
        </a:p>
      </dgm:t>
    </dgm:pt>
    <dgm:pt modelId="{41ED16CC-314E-411A-9B7F-420307BC7F63}">
      <dgm:prSet>
        <dgm:style>
          <a:lnRef idx="2">
            <a:schemeClr val="dk1"/>
          </a:lnRef>
          <a:fillRef idx="1">
            <a:schemeClr val="lt1"/>
          </a:fillRef>
          <a:effectRef idx="0">
            <a:schemeClr val="dk1"/>
          </a:effectRef>
          <a:fontRef idx="minor">
            <a:schemeClr val="dk1"/>
          </a:fontRef>
        </dgm:style>
      </dgm:prSet>
      <dgm:spPr/>
      <dgm:t>
        <a:bodyPr/>
        <a:lstStyle/>
        <a:p>
          <a:r>
            <a:rPr lang="en-US" b="1"/>
            <a:t>Optimizer</a:t>
          </a:r>
          <a:endParaRPr lang="en-US"/>
        </a:p>
      </dgm:t>
    </dgm:pt>
    <dgm:pt modelId="{B771826D-3B7B-44EE-B056-7B4849E133E4}" type="parTrans" cxnId="{2C74B280-BA43-4F7B-B6CA-45B65D80A30C}">
      <dgm:prSet/>
      <dgm:spPr/>
      <dgm:t>
        <a:bodyPr/>
        <a:lstStyle/>
        <a:p>
          <a:endParaRPr lang="en-US"/>
        </a:p>
      </dgm:t>
    </dgm:pt>
    <dgm:pt modelId="{E97355DF-D63B-43AA-A7FE-D2832BC70DC1}" type="sibTrans" cxnId="{2C74B280-BA43-4F7B-B6CA-45B65D80A30C}">
      <dgm:prSet/>
      <dgm:spPr/>
      <dgm:t>
        <a:bodyPr/>
        <a:lstStyle/>
        <a:p>
          <a:endParaRPr lang="en-US"/>
        </a:p>
      </dgm:t>
    </dgm:pt>
    <dgm:pt modelId="{24E20347-2964-44BB-85A7-398C6BCD21E0}">
      <dgm:prSet>
        <dgm:style>
          <a:lnRef idx="2">
            <a:schemeClr val="dk1"/>
          </a:lnRef>
          <a:fillRef idx="1">
            <a:schemeClr val="lt1"/>
          </a:fillRef>
          <a:effectRef idx="0">
            <a:schemeClr val="dk1"/>
          </a:effectRef>
          <a:fontRef idx="minor">
            <a:schemeClr val="dk1"/>
          </a:fontRef>
        </dgm:style>
      </dgm:prSet>
      <dgm:spPr/>
      <dgm:t>
        <a:bodyPr/>
        <a:lstStyle/>
        <a:p>
          <a:r>
            <a:rPr lang="en-US" b="1"/>
            <a:t>Adam optimizer</a:t>
          </a:r>
          <a:endParaRPr lang="en-US"/>
        </a:p>
      </dgm:t>
    </dgm:pt>
    <dgm:pt modelId="{9C8FB4A2-8FC6-4B50-A3AE-541F9451DFD9}" type="parTrans" cxnId="{635C995F-529E-4837-AB56-972593BBD590}">
      <dgm:prSet/>
      <dgm:spPr/>
      <dgm:t>
        <a:bodyPr/>
        <a:lstStyle/>
        <a:p>
          <a:endParaRPr lang="en-US"/>
        </a:p>
      </dgm:t>
    </dgm:pt>
    <dgm:pt modelId="{5EB81CB0-A939-442C-B1AA-1B1FBAAE60E2}" type="sibTrans" cxnId="{635C995F-529E-4837-AB56-972593BBD590}">
      <dgm:prSet/>
      <dgm:spPr/>
      <dgm:t>
        <a:bodyPr/>
        <a:lstStyle/>
        <a:p>
          <a:endParaRPr lang="en-US"/>
        </a:p>
      </dgm:t>
    </dgm:pt>
    <dgm:pt modelId="{54331EAF-0113-4E0D-9FDF-C32AF23E58B6}">
      <dgm:prSet>
        <dgm:style>
          <a:lnRef idx="2">
            <a:schemeClr val="dk1"/>
          </a:lnRef>
          <a:fillRef idx="1">
            <a:schemeClr val="lt1"/>
          </a:fillRef>
          <a:effectRef idx="0">
            <a:schemeClr val="dk1"/>
          </a:effectRef>
          <a:fontRef idx="minor">
            <a:schemeClr val="dk1"/>
          </a:fontRef>
        </dgm:style>
      </dgm:prSet>
      <dgm:spPr/>
      <dgm:t>
        <a:bodyPr/>
        <a:lstStyle/>
        <a:p>
          <a:r>
            <a:rPr lang="en-US"/>
            <a:t>Learning rate </a:t>
          </a:r>
          <a:r>
            <a:rPr lang="en-US" b="1"/>
            <a:t>0.001</a:t>
          </a:r>
          <a:endParaRPr lang="en-US"/>
        </a:p>
      </dgm:t>
    </dgm:pt>
    <dgm:pt modelId="{51C330ED-403F-4CC1-BA3B-52CCDF4C7C91}" type="parTrans" cxnId="{01C5EE60-DFBE-4CB1-B310-52974D62103F}">
      <dgm:prSet/>
      <dgm:spPr/>
      <dgm:t>
        <a:bodyPr/>
        <a:lstStyle/>
        <a:p>
          <a:endParaRPr lang="en-US"/>
        </a:p>
      </dgm:t>
    </dgm:pt>
    <dgm:pt modelId="{00CA8262-21C4-4EB3-93F0-E1BEF4837D61}" type="sibTrans" cxnId="{01C5EE60-DFBE-4CB1-B310-52974D62103F}">
      <dgm:prSet/>
      <dgm:spPr/>
      <dgm:t>
        <a:bodyPr/>
        <a:lstStyle/>
        <a:p>
          <a:endParaRPr lang="en-US"/>
        </a:p>
      </dgm:t>
    </dgm:pt>
    <dgm:pt modelId="{2ACDCCC1-C13C-42A7-A006-53DA486D382B}">
      <dgm:prSet>
        <dgm:style>
          <a:lnRef idx="2">
            <a:schemeClr val="dk1"/>
          </a:lnRef>
          <a:fillRef idx="1">
            <a:schemeClr val="lt1"/>
          </a:fillRef>
          <a:effectRef idx="0">
            <a:schemeClr val="dk1"/>
          </a:effectRef>
          <a:fontRef idx="minor">
            <a:schemeClr val="dk1"/>
          </a:fontRef>
        </dgm:style>
      </dgm:prSet>
      <dgm:spPr/>
      <dgm:t>
        <a:bodyPr/>
        <a:lstStyle/>
        <a:p>
          <a:r>
            <a:rPr lang="en-US" dirty="0"/>
            <a:t>Adaptive updates for each parameter → </a:t>
          </a:r>
          <a:r>
            <a:rPr lang="en-US" b="1" dirty="0"/>
            <a:t>faster and smoother convergence</a:t>
          </a:r>
          <a:r>
            <a:rPr lang="en-US" dirty="0"/>
            <a:t> than plain SGD.</a:t>
          </a:r>
        </a:p>
      </dgm:t>
    </dgm:pt>
    <dgm:pt modelId="{7EFB3F10-DDC2-40A2-9CFB-14D478CC57EF}" type="parTrans" cxnId="{9E531714-DF40-4C6F-B2D9-8000C108038C}">
      <dgm:prSet/>
      <dgm:spPr/>
      <dgm:t>
        <a:bodyPr/>
        <a:lstStyle/>
        <a:p>
          <a:endParaRPr lang="en-US"/>
        </a:p>
      </dgm:t>
    </dgm:pt>
    <dgm:pt modelId="{3FEA7947-863F-401D-B356-C5F80ED16944}" type="sibTrans" cxnId="{9E531714-DF40-4C6F-B2D9-8000C108038C}">
      <dgm:prSet/>
      <dgm:spPr/>
      <dgm:t>
        <a:bodyPr/>
        <a:lstStyle/>
        <a:p>
          <a:endParaRPr lang="en-US"/>
        </a:p>
      </dgm:t>
    </dgm:pt>
    <dgm:pt modelId="{F839F820-4EDA-45D3-93FD-77CC59741E6C}">
      <dgm:prSet>
        <dgm:style>
          <a:lnRef idx="2">
            <a:schemeClr val="dk1"/>
          </a:lnRef>
          <a:fillRef idx="1">
            <a:schemeClr val="lt1"/>
          </a:fillRef>
          <a:effectRef idx="0">
            <a:schemeClr val="dk1"/>
          </a:effectRef>
          <a:fontRef idx="minor">
            <a:schemeClr val="dk1"/>
          </a:fontRef>
        </dgm:style>
      </dgm:prSet>
      <dgm:spPr/>
      <dgm:t>
        <a:bodyPr/>
        <a:lstStyle/>
        <a:p>
          <a:r>
            <a:rPr lang="en-US" b="1" dirty="0"/>
            <a:t>Epochs and Batch Size</a:t>
          </a:r>
          <a:endParaRPr lang="en-US" dirty="0"/>
        </a:p>
      </dgm:t>
    </dgm:pt>
    <dgm:pt modelId="{56BACB24-820B-4519-830C-ADBAF47EC7BE}" type="parTrans" cxnId="{43D81E7A-73FF-43E7-B786-D048CFA55D5A}">
      <dgm:prSet/>
      <dgm:spPr/>
      <dgm:t>
        <a:bodyPr/>
        <a:lstStyle/>
        <a:p>
          <a:endParaRPr lang="en-US"/>
        </a:p>
      </dgm:t>
    </dgm:pt>
    <dgm:pt modelId="{0A47FBD7-8322-4FCD-A6AA-7CAAF4177DE0}" type="sibTrans" cxnId="{43D81E7A-73FF-43E7-B786-D048CFA55D5A}">
      <dgm:prSet/>
      <dgm:spPr/>
      <dgm:t>
        <a:bodyPr/>
        <a:lstStyle/>
        <a:p>
          <a:endParaRPr lang="en-US"/>
        </a:p>
      </dgm:t>
    </dgm:pt>
    <dgm:pt modelId="{F72DC908-C7B8-4B1D-8258-3A298FCB81FE}">
      <dgm:prSet>
        <dgm:style>
          <a:lnRef idx="2">
            <a:schemeClr val="dk1"/>
          </a:lnRef>
          <a:fillRef idx="1">
            <a:schemeClr val="lt1"/>
          </a:fillRef>
          <a:effectRef idx="0">
            <a:schemeClr val="dk1"/>
          </a:effectRef>
          <a:fontRef idx="minor">
            <a:schemeClr val="dk1"/>
          </a:fontRef>
        </dgm:style>
      </dgm:prSet>
      <dgm:spPr/>
      <dgm:t>
        <a:bodyPr/>
        <a:lstStyle/>
        <a:p>
          <a:r>
            <a:rPr lang="en-US" b="1" dirty="0"/>
            <a:t>Batch size:</a:t>
          </a:r>
          <a:r>
            <a:rPr lang="en-US" dirty="0"/>
            <a:t> 32 images per update</a:t>
          </a:r>
        </a:p>
      </dgm:t>
    </dgm:pt>
    <dgm:pt modelId="{E599E3FE-02CC-4463-8513-52A2A520B740}" type="parTrans" cxnId="{D71CC796-DF9A-4565-A799-088CFC161297}">
      <dgm:prSet/>
      <dgm:spPr/>
      <dgm:t>
        <a:bodyPr/>
        <a:lstStyle/>
        <a:p>
          <a:endParaRPr lang="en-US"/>
        </a:p>
      </dgm:t>
    </dgm:pt>
    <dgm:pt modelId="{820E3A87-C4E9-434D-9F9C-AD2B33F01E87}" type="sibTrans" cxnId="{D71CC796-DF9A-4565-A799-088CFC161297}">
      <dgm:prSet/>
      <dgm:spPr/>
      <dgm:t>
        <a:bodyPr/>
        <a:lstStyle/>
        <a:p>
          <a:endParaRPr lang="en-US"/>
        </a:p>
      </dgm:t>
    </dgm:pt>
    <dgm:pt modelId="{9A2751CC-2718-4E02-AB59-3BB88021D75E}">
      <dgm:prSet>
        <dgm:style>
          <a:lnRef idx="2">
            <a:schemeClr val="dk1"/>
          </a:lnRef>
          <a:fillRef idx="1">
            <a:schemeClr val="lt1"/>
          </a:fillRef>
          <a:effectRef idx="0">
            <a:schemeClr val="dk1"/>
          </a:effectRef>
          <a:fontRef idx="minor">
            <a:schemeClr val="dk1"/>
          </a:fontRef>
        </dgm:style>
      </dgm:prSet>
      <dgm:spPr/>
      <dgm:t>
        <a:bodyPr/>
        <a:lstStyle/>
        <a:p>
          <a:r>
            <a:rPr lang="en-US" b="1" dirty="0"/>
            <a:t>Maximum epochs:</a:t>
          </a:r>
          <a:r>
            <a:rPr lang="en-US" dirty="0"/>
            <a:t> 30</a:t>
          </a:r>
        </a:p>
      </dgm:t>
    </dgm:pt>
    <dgm:pt modelId="{F9165476-CA41-4C93-A99D-BD1EDB53CDA2}" type="parTrans" cxnId="{7CF1C628-B052-41C0-A7B0-AB7A2BB22DBF}">
      <dgm:prSet/>
      <dgm:spPr/>
      <dgm:t>
        <a:bodyPr/>
        <a:lstStyle/>
        <a:p>
          <a:endParaRPr lang="en-US"/>
        </a:p>
      </dgm:t>
    </dgm:pt>
    <dgm:pt modelId="{F7E1BCB4-81FA-46B5-8FB4-8E53ACDD8402}" type="sibTrans" cxnId="{7CF1C628-B052-41C0-A7B0-AB7A2BB22DBF}">
      <dgm:prSet/>
      <dgm:spPr/>
      <dgm:t>
        <a:bodyPr/>
        <a:lstStyle/>
        <a:p>
          <a:endParaRPr lang="en-US"/>
        </a:p>
      </dgm:t>
    </dgm:pt>
    <dgm:pt modelId="{1A2AEBF9-DAF5-4B2C-AF62-1CC6190C9482}">
      <dgm:prSet>
        <dgm:style>
          <a:lnRef idx="2">
            <a:schemeClr val="dk1"/>
          </a:lnRef>
          <a:fillRef idx="1">
            <a:schemeClr val="lt1"/>
          </a:fillRef>
          <a:effectRef idx="0">
            <a:schemeClr val="dk1"/>
          </a:effectRef>
          <a:fontRef idx="minor">
            <a:schemeClr val="dk1"/>
          </a:fontRef>
        </dgm:style>
      </dgm:prSet>
      <dgm:spPr/>
      <dgm:t>
        <a:bodyPr/>
        <a:lstStyle/>
        <a:p>
          <a:r>
            <a:rPr lang="en-US" dirty="0"/>
            <a:t>Model can stop earlier if validation performance stops improving.</a:t>
          </a:r>
        </a:p>
      </dgm:t>
    </dgm:pt>
    <dgm:pt modelId="{54B7D2B5-F42D-48CA-9B70-E11313A31F57}" type="parTrans" cxnId="{4DDEF8F6-B07F-4B76-886E-CE5D4CAA4779}">
      <dgm:prSet/>
      <dgm:spPr/>
      <dgm:t>
        <a:bodyPr/>
        <a:lstStyle/>
        <a:p>
          <a:endParaRPr lang="en-US"/>
        </a:p>
      </dgm:t>
    </dgm:pt>
    <dgm:pt modelId="{0A0078DD-D03C-4D4C-A030-1B933A25B0E0}" type="sibTrans" cxnId="{4DDEF8F6-B07F-4B76-886E-CE5D4CAA4779}">
      <dgm:prSet/>
      <dgm:spPr/>
      <dgm:t>
        <a:bodyPr/>
        <a:lstStyle/>
        <a:p>
          <a:endParaRPr lang="en-US"/>
        </a:p>
      </dgm:t>
    </dgm:pt>
    <dgm:pt modelId="{5D919E07-9F3C-4156-B360-D2AC21530F94}">
      <dgm:prSet>
        <dgm:style>
          <a:lnRef idx="2">
            <a:schemeClr val="dk1"/>
          </a:lnRef>
          <a:fillRef idx="1">
            <a:schemeClr val="lt1"/>
          </a:fillRef>
          <a:effectRef idx="0">
            <a:schemeClr val="dk1"/>
          </a:effectRef>
          <a:fontRef idx="minor">
            <a:schemeClr val="dk1"/>
          </a:fontRef>
        </dgm:style>
      </dgm:prSet>
      <dgm:spPr/>
      <dgm:t>
        <a:bodyPr/>
        <a:lstStyle/>
        <a:p>
          <a:r>
            <a:rPr lang="en-US" b="1"/>
            <a:t>Learning Rate Scheduler</a:t>
          </a:r>
          <a:endParaRPr lang="en-US"/>
        </a:p>
      </dgm:t>
    </dgm:pt>
    <dgm:pt modelId="{E0DAC61B-FDAA-4323-8F33-488BBA1C57F7}" type="parTrans" cxnId="{DAF03DE6-8677-425D-8E27-001BB1FB6A06}">
      <dgm:prSet/>
      <dgm:spPr/>
      <dgm:t>
        <a:bodyPr/>
        <a:lstStyle/>
        <a:p>
          <a:endParaRPr lang="en-US"/>
        </a:p>
      </dgm:t>
    </dgm:pt>
    <dgm:pt modelId="{96DED5DE-F7EF-47E8-BC71-31064D1561D0}" type="sibTrans" cxnId="{DAF03DE6-8677-425D-8E27-001BB1FB6A06}">
      <dgm:prSet/>
      <dgm:spPr/>
      <dgm:t>
        <a:bodyPr/>
        <a:lstStyle/>
        <a:p>
          <a:endParaRPr lang="en-US"/>
        </a:p>
      </dgm:t>
    </dgm:pt>
    <dgm:pt modelId="{E42E489B-253C-4B27-B42B-4743D857FF2D}">
      <dgm:prSet>
        <dgm:style>
          <a:lnRef idx="2">
            <a:schemeClr val="dk1"/>
          </a:lnRef>
          <a:fillRef idx="1">
            <a:schemeClr val="lt1"/>
          </a:fillRef>
          <a:effectRef idx="0">
            <a:schemeClr val="dk1"/>
          </a:effectRef>
          <a:fontRef idx="minor">
            <a:schemeClr val="dk1"/>
          </a:fontRef>
        </dgm:style>
      </dgm:prSet>
      <dgm:spPr/>
      <dgm:t>
        <a:bodyPr/>
        <a:lstStyle/>
        <a:p>
          <a:r>
            <a:rPr lang="en-US" b="1"/>
            <a:t>ReduceLROnPlateau</a:t>
          </a:r>
          <a:endParaRPr lang="en-US"/>
        </a:p>
      </dgm:t>
    </dgm:pt>
    <dgm:pt modelId="{57EE5FCA-E55E-4268-A648-E0E3814DEA7D}" type="parTrans" cxnId="{47192455-F9E5-47C8-A18A-27D074C08E04}">
      <dgm:prSet/>
      <dgm:spPr/>
      <dgm:t>
        <a:bodyPr/>
        <a:lstStyle/>
        <a:p>
          <a:endParaRPr lang="en-US"/>
        </a:p>
      </dgm:t>
    </dgm:pt>
    <dgm:pt modelId="{FB7DA95A-9972-4A12-A8FC-BD885544CDD2}" type="sibTrans" cxnId="{47192455-F9E5-47C8-A18A-27D074C08E04}">
      <dgm:prSet/>
      <dgm:spPr/>
      <dgm:t>
        <a:bodyPr/>
        <a:lstStyle/>
        <a:p>
          <a:endParaRPr lang="en-US"/>
        </a:p>
      </dgm:t>
    </dgm:pt>
    <dgm:pt modelId="{27F2D553-7828-44F5-BB1B-9A029E3924D4}">
      <dgm:prSet>
        <dgm:style>
          <a:lnRef idx="2">
            <a:schemeClr val="dk1"/>
          </a:lnRef>
          <a:fillRef idx="1">
            <a:schemeClr val="lt1"/>
          </a:fillRef>
          <a:effectRef idx="0">
            <a:schemeClr val="dk1"/>
          </a:effectRef>
          <a:fontRef idx="minor">
            <a:schemeClr val="dk1"/>
          </a:fontRef>
        </dgm:style>
      </dgm:prSet>
      <dgm:spPr/>
      <dgm:t>
        <a:bodyPr/>
        <a:lstStyle/>
        <a:p>
          <a:r>
            <a:rPr lang="en-US"/>
            <a:t>Monitors </a:t>
          </a:r>
          <a:r>
            <a:rPr lang="en-US" b="1"/>
            <a:t>validation loss</a:t>
          </a:r>
          <a:r>
            <a:rPr lang="en-US"/>
            <a:t>.</a:t>
          </a:r>
        </a:p>
      </dgm:t>
    </dgm:pt>
    <dgm:pt modelId="{014B15C3-85C8-4C2E-91FA-CACBDAD49E9A}" type="parTrans" cxnId="{0415C30E-8610-4955-A487-CB30D937572D}">
      <dgm:prSet/>
      <dgm:spPr/>
      <dgm:t>
        <a:bodyPr/>
        <a:lstStyle/>
        <a:p>
          <a:endParaRPr lang="en-US"/>
        </a:p>
      </dgm:t>
    </dgm:pt>
    <dgm:pt modelId="{40FC25F0-3C1E-4F57-8DC5-B468D814F5EA}" type="sibTrans" cxnId="{0415C30E-8610-4955-A487-CB30D937572D}">
      <dgm:prSet/>
      <dgm:spPr/>
      <dgm:t>
        <a:bodyPr/>
        <a:lstStyle/>
        <a:p>
          <a:endParaRPr lang="en-US"/>
        </a:p>
      </dgm:t>
    </dgm:pt>
    <dgm:pt modelId="{A569B164-7DE1-4814-A95A-59930735BDFF}">
      <dgm:prSet>
        <dgm:style>
          <a:lnRef idx="2">
            <a:schemeClr val="dk1"/>
          </a:lnRef>
          <a:fillRef idx="1">
            <a:schemeClr val="lt1"/>
          </a:fillRef>
          <a:effectRef idx="0">
            <a:schemeClr val="dk1"/>
          </a:effectRef>
          <a:fontRef idx="minor">
            <a:schemeClr val="dk1"/>
          </a:fontRef>
        </dgm:style>
      </dgm:prSet>
      <dgm:spPr/>
      <dgm:t>
        <a:bodyPr/>
        <a:lstStyle/>
        <a:p>
          <a:r>
            <a:rPr lang="en-US" dirty="0"/>
            <a:t>If it does not improve for a few epochs, the learning rate is </a:t>
          </a:r>
          <a:r>
            <a:rPr lang="en-US" b="1" dirty="0"/>
            <a:t>reduced</a:t>
          </a:r>
          <a:r>
            <a:rPr lang="en-US" dirty="0"/>
            <a:t> to allow finer updates.</a:t>
          </a:r>
        </a:p>
      </dgm:t>
    </dgm:pt>
    <dgm:pt modelId="{D230FFF1-B072-406D-8C52-0AB0C243F3A1}" type="parTrans" cxnId="{4C72C7D8-D32A-4B33-9B92-AEA01EC0BA1A}">
      <dgm:prSet/>
      <dgm:spPr/>
      <dgm:t>
        <a:bodyPr/>
        <a:lstStyle/>
        <a:p>
          <a:endParaRPr lang="en-US"/>
        </a:p>
      </dgm:t>
    </dgm:pt>
    <dgm:pt modelId="{87DBA151-B0F3-4CB3-B9E2-C6FD60E6D9C6}" type="sibTrans" cxnId="{4C72C7D8-D32A-4B33-9B92-AEA01EC0BA1A}">
      <dgm:prSet/>
      <dgm:spPr/>
      <dgm:t>
        <a:bodyPr/>
        <a:lstStyle/>
        <a:p>
          <a:endParaRPr lang="en-US"/>
        </a:p>
      </dgm:t>
    </dgm:pt>
    <dgm:pt modelId="{12679CF6-B33B-43A0-A837-A18F4D06EBEB}">
      <dgm:prSet>
        <dgm:style>
          <a:lnRef idx="2">
            <a:schemeClr val="dk1"/>
          </a:lnRef>
          <a:fillRef idx="1">
            <a:schemeClr val="lt1"/>
          </a:fillRef>
          <a:effectRef idx="0">
            <a:schemeClr val="dk1"/>
          </a:effectRef>
          <a:fontRef idx="minor">
            <a:schemeClr val="dk1"/>
          </a:fontRef>
        </dgm:style>
      </dgm:prSet>
      <dgm:spPr/>
      <dgm:t>
        <a:bodyPr/>
        <a:lstStyle/>
        <a:p>
          <a:r>
            <a:rPr lang="en-US" b="1"/>
            <a:t>Early Stopping &amp; Best Model</a:t>
          </a:r>
          <a:endParaRPr lang="en-US"/>
        </a:p>
      </dgm:t>
    </dgm:pt>
    <dgm:pt modelId="{1196F6BF-D241-44AD-8580-F24D9C6053A1}" type="parTrans" cxnId="{A47EEC4B-AC61-4C02-A1E6-939E4785A6EE}">
      <dgm:prSet/>
      <dgm:spPr/>
      <dgm:t>
        <a:bodyPr/>
        <a:lstStyle/>
        <a:p>
          <a:endParaRPr lang="en-US"/>
        </a:p>
      </dgm:t>
    </dgm:pt>
    <dgm:pt modelId="{28A51995-85E9-48F4-B1D4-62D27649A17C}" type="sibTrans" cxnId="{A47EEC4B-AC61-4C02-A1E6-939E4785A6EE}">
      <dgm:prSet/>
      <dgm:spPr/>
      <dgm:t>
        <a:bodyPr/>
        <a:lstStyle/>
        <a:p>
          <a:endParaRPr lang="en-US"/>
        </a:p>
      </dgm:t>
    </dgm:pt>
    <dgm:pt modelId="{B8ABE5DB-E4D5-4388-8DE8-0DB065E4EAB5}">
      <dgm:prSet>
        <dgm:style>
          <a:lnRef idx="2">
            <a:schemeClr val="dk1"/>
          </a:lnRef>
          <a:fillRef idx="1">
            <a:schemeClr val="lt1"/>
          </a:fillRef>
          <a:effectRef idx="0">
            <a:schemeClr val="dk1"/>
          </a:effectRef>
          <a:fontRef idx="minor">
            <a:schemeClr val="dk1"/>
          </a:fontRef>
        </dgm:style>
      </dgm:prSet>
      <dgm:spPr/>
      <dgm:t>
        <a:bodyPr/>
        <a:lstStyle/>
        <a:p>
          <a:r>
            <a:rPr lang="en-US" b="1"/>
            <a:t>EarlyStopping</a:t>
          </a:r>
          <a:endParaRPr lang="en-US"/>
        </a:p>
      </dgm:t>
    </dgm:pt>
    <dgm:pt modelId="{F860DE59-D50D-4448-9FF1-83B7F888B34D}" type="parTrans" cxnId="{C1977D96-3ABA-43AF-AA0F-ACF9D37FBEA8}">
      <dgm:prSet/>
      <dgm:spPr/>
      <dgm:t>
        <a:bodyPr/>
        <a:lstStyle/>
        <a:p>
          <a:endParaRPr lang="en-US"/>
        </a:p>
      </dgm:t>
    </dgm:pt>
    <dgm:pt modelId="{4FD533E5-B968-4A46-BA24-7C59ED88D4CC}" type="sibTrans" cxnId="{C1977D96-3ABA-43AF-AA0F-ACF9D37FBEA8}">
      <dgm:prSet/>
      <dgm:spPr/>
      <dgm:t>
        <a:bodyPr/>
        <a:lstStyle/>
        <a:p>
          <a:endParaRPr lang="en-US"/>
        </a:p>
      </dgm:t>
    </dgm:pt>
    <dgm:pt modelId="{F8F2951E-BDD5-4CC3-AE10-7CE5E6599AE5}">
      <dgm:prSet>
        <dgm:style>
          <a:lnRef idx="2">
            <a:schemeClr val="dk1"/>
          </a:lnRef>
          <a:fillRef idx="1">
            <a:schemeClr val="lt1"/>
          </a:fillRef>
          <a:effectRef idx="0">
            <a:schemeClr val="dk1"/>
          </a:effectRef>
          <a:fontRef idx="minor">
            <a:schemeClr val="dk1"/>
          </a:fontRef>
        </dgm:style>
      </dgm:prSet>
      <dgm:spPr/>
      <dgm:t>
        <a:bodyPr/>
        <a:lstStyle/>
        <a:p>
          <a:r>
            <a:rPr lang="en-US" dirty="0"/>
            <a:t>Stops training when </a:t>
          </a:r>
          <a:r>
            <a:rPr lang="en-US" b="1" dirty="0"/>
            <a:t>validation loss</a:t>
          </a:r>
          <a:r>
            <a:rPr lang="en-US" dirty="0"/>
            <a:t> stops improving for several epochs.</a:t>
          </a:r>
        </a:p>
      </dgm:t>
    </dgm:pt>
    <dgm:pt modelId="{E7E9CF18-4935-40FE-9CBC-C61556BE236B}" type="parTrans" cxnId="{02E57331-462C-4E73-86C6-83361385D208}">
      <dgm:prSet/>
      <dgm:spPr/>
      <dgm:t>
        <a:bodyPr/>
        <a:lstStyle/>
        <a:p>
          <a:endParaRPr lang="en-US"/>
        </a:p>
      </dgm:t>
    </dgm:pt>
    <dgm:pt modelId="{62D72643-09F6-45E6-A815-915F66CE2067}" type="sibTrans" cxnId="{02E57331-462C-4E73-86C6-83361385D208}">
      <dgm:prSet/>
      <dgm:spPr/>
      <dgm:t>
        <a:bodyPr/>
        <a:lstStyle/>
        <a:p>
          <a:endParaRPr lang="en-US"/>
        </a:p>
      </dgm:t>
    </dgm:pt>
    <dgm:pt modelId="{D2A0AD13-8284-47C3-9383-6296AB1D8EC3}">
      <dgm:prSet>
        <dgm:style>
          <a:lnRef idx="2">
            <a:schemeClr val="dk1"/>
          </a:lnRef>
          <a:fillRef idx="1">
            <a:schemeClr val="lt1"/>
          </a:fillRef>
          <a:effectRef idx="0">
            <a:schemeClr val="dk1"/>
          </a:effectRef>
          <a:fontRef idx="minor">
            <a:schemeClr val="dk1"/>
          </a:fontRef>
        </dgm:style>
      </dgm:prSet>
      <dgm:spPr/>
      <dgm:t>
        <a:bodyPr/>
        <a:lstStyle/>
        <a:p>
          <a:r>
            <a:rPr lang="en-US"/>
            <a:t>Helps to </a:t>
          </a:r>
          <a:r>
            <a:rPr lang="en-US" b="1"/>
            <a:t>avoid overfitting</a:t>
          </a:r>
          <a:r>
            <a:rPr lang="en-US"/>
            <a:t>.</a:t>
          </a:r>
        </a:p>
      </dgm:t>
    </dgm:pt>
    <dgm:pt modelId="{392C7095-619F-41E6-8C7D-45CB299E934D}" type="parTrans" cxnId="{C8532D95-927D-427F-9770-3953D6B912B6}">
      <dgm:prSet/>
      <dgm:spPr/>
      <dgm:t>
        <a:bodyPr/>
        <a:lstStyle/>
        <a:p>
          <a:endParaRPr lang="en-US"/>
        </a:p>
      </dgm:t>
    </dgm:pt>
    <dgm:pt modelId="{D9655795-7159-4D2D-80A6-7572AB3CB0E5}" type="sibTrans" cxnId="{C8532D95-927D-427F-9770-3953D6B912B6}">
      <dgm:prSet/>
      <dgm:spPr/>
      <dgm:t>
        <a:bodyPr/>
        <a:lstStyle/>
        <a:p>
          <a:endParaRPr lang="en-US"/>
        </a:p>
      </dgm:t>
    </dgm:pt>
    <dgm:pt modelId="{D2A930C3-FEA9-4AD1-89B9-C82303BDE9D3}">
      <dgm:prSet>
        <dgm:style>
          <a:lnRef idx="2">
            <a:schemeClr val="dk1"/>
          </a:lnRef>
          <a:fillRef idx="1">
            <a:schemeClr val="lt1"/>
          </a:fillRef>
          <a:effectRef idx="0">
            <a:schemeClr val="dk1"/>
          </a:effectRef>
          <a:fontRef idx="minor">
            <a:schemeClr val="dk1"/>
          </a:fontRef>
        </dgm:style>
      </dgm:prSet>
      <dgm:spPr/>
      <dgm:t>
        <a:bodyPr/>
        <a:lstStyle/>
        <a:p>
          <a:r>
            <a:rPr lang="en-US" b="1"/>
            <a:t>ModelCheckpoint</a:t>
          </a:r>
          <a:endParaRPr lang="en-US"/>
        </a:p>
      </dgm:t>
    </dgm:pt>
    <dgm:pt modelId="{EBFCAF07-820D-443E-8FB5-E32CA1927148}" type="parTrans" cxnId="{B315163E-91F3-4427-8EA9-C3EB815DD252}">
      <dgm:prSet/>
      <dgm:spPr/>
      <dgm:t>
        <a:bodyPr/>
        <a:lstStyle/>
        <a:p>
          <a:endParaRPr lang="en-US"/>
        </a:p>
      </dgm:t>
    </dgm:pt>
    <dgm:pt modelId="{3B58F4A5-8867-40B8-B92B-DEE8E288F776}" type="sibTrans" cxnId="{B315163E-91F3-4427-8EA9-C3EB815DD252}">
      <dgm:prSet/>
      <dgm:spPr/>
      <dgm:t>
        <a:bodyPr/>
        <a:lstStyle/>
        <a:p>
          <a:endParaRPr lang="en-US"/>
        </a:p>
      </dgm:t>
    </dgm:pt>
    <dgm:pt modelId="{D3604362-5257-44C0-9594-C7D677D3203D}">
      <dgm:prSet>
        <dgm:style>
          <a:lnRef idx="2">
            <a:schemeClr val="dk1"/>
          </a:lnRef>
          <a:fillRef idx="1">
            <a:schemeClr val="lt1"/>
          </a:fillRef>
          <a:effectRef idx="0">
            <a:schemeClr val="dk1"/>
          </a:effectRef>
          <a:fontRef idx="minor">
            <a:schemeClr val="dk1"/>
          </a:fontRef>
        </dgm:style>
      </dgm:prSet>
      <dgm:spPr/>
      <dgm:t>
        <a:bodyPr/>
        <a:lstStyle/>
        <a:p>
          <a:r>
            <a:rPr lang="en-US" dirty="0"/>
            <a:t>Saves the </a:t>
          </a:r>
          <a:r>
            <a:rPr lang="en-US" b="1" dirty="0"/>
            <a:t>best model weights</a:t>
          </a:r>
          <a:r>
            <a:rPr lang="en-US" dirty="0"/>
            <a:t> based on validation loss.</a:t>
          </a:r>
        </a:p>
      </dgm:t>
    </dgm:pt>
    <dgm:pt modelId="{9437B0FA-6C64-48E6-B77C-7D0059A13ACF}" type="parTrans" cxnId="{ACF3653B-7BA8-4197-9EBF-E58E13545024}">
      <dgm:prSet/>
      <dgm:spPr/>
      <dgm:t>
        <a:bodyPr/>
        <a:lstStyle/>
        <a:p>
          <a:endParaRPr lang="en-US"/>
        </a:p>
      </dgm:t>
    </dgm:pt>
    <dgm:pt modelId="{19210293-07A2-46FA-A479-D8E72BD0B569}" type="sibTrans" cxnId="{ACF3653B-7BA8-4197-9EBF-E58E13545024}">
      <dgm:prSet/>
      <dgm:spPr/>
      <dgm:t>
        <a:bodyPr/>
        <a:lstStyle/>
        <a:p>
          <a:endParaRPr lang="en-US"/>
        </a:p>
      </dgm:t>
    </dgm:pt>
    <dgm:pt modelId="{8BAB7084-FD30-44D7-AB56-AA67F151D086}" type="pres">
      <dgm:prSet presAssocID="{9C8AD8D5-3AAD-4C1F-A458-43E343857895}" presName="diagram" presStyleCnt="0">
        <dgm:presLayoutVars>
          <dgm:dir/>
          <dgm:resizeHandles val="exact"/>
        </dgm:presLayoutVars>
      </dgm:prSet>
      <dgm:spPr/>
    </dgm:pt>
    <dgm:pt modelId="{011E110F-9C63-4B88-A19B-9A8CE8759F09}" type="pres">
      <dgm:prSet presAssocID="{D94B3E2A-9F10-4C45-ADA0-C0461DFFBCF5}" presName="node" presStyleLbl="node1" presStyleIdx="0" presStyleCnt="16">
        <dgm:presLayoutVars>
          <dgm:bulletEnabled val="1"/>
        </dgm:presLayoutVars>
      </dgm:prSet>
      <dgm:spPr/>
    </dgm:pt>
    <dgm:pt modelId="{5792C9CF-0782-45A3-9C3F-E3CC794DA13B}" type="pres">
      <dgm:prSet presAssocID="{5FF03AE2-A2C7-4786-BDEC-142056E4F681}" presName="sibTrans" presStyleCnt="0"/>
      <dgm:spPr/>
    </dgm:pt>
    <dgm:pt modelId="{8A2E1D95-AE57-40FA-B2E6-A33566E7E942}" type="pres">
      <dgm:prSet presAssocID="{8F32167E-FFCC-4E18-91E5-F2EBF519A1EB}" presName="node" presStyleLbl="node1" presStyleIdx="1" presStyleCnt="16" custLinFactNeighborX="586">
        <dgm:presLayoutVars>
          <dgm:bulletEnabled val="1"/>
        </dgm:presLayoutVars>
      </dgm:prSet>
      <dgm:spPr/>
    </dgm:pt>
    <dgm:pt modelId="{13BA8B33-2393-4D9C-B137-FCDA978F47B1}" type="pres">
      <dgm:prSet presAssocID="{31340C94-2088-47C0-A204-2F84906EA6CD}" presName="sibTrans" presStyleCnt="0"/>
      <dgm:spPr/>
    </dgm:pt>
    <dgm:pt modelId="{1C1CA69C-8937-4CDF-B83E-0BF1F2B7FBB7}" type="pres">
      <dgm:prSet presAssocID="{24C11082-C386-4A06-A331-3E685F50D93E}" presName="node" presStyleLbl="node1" presStyleIdx="2" presStyleCnt="16">
        <dgm:presLayoutVars>
          <dgm:bulletEnabled val="1"/>
        </dgm:presLayoutVars>
      </dgm:prSet>
      <dgm:spPr/>
    </dgm:pt>
    <dgm:pt modelId="{C18BC07A-EBF6-44A1-BA5C-A3052BCF3521}" type="pres">
      <dgm:prSet presAssocID="{6FB7160C-F623-4CAF-A54B-57FC9CD1EB29}" presName="sibTrans" presStyleCnt="0"/>
      <dgm:spPr/>
    </dgm:pt>
    <dgm:pt modelId="{8E7251ED-4D96-47F0-A4D3-B420B99A0D2D}" type="pres">
      <dgm:prSet presAssocID="{A1F940F3-3573-4809-8D9C-9A125F33C010}" presName="node" presStyleLbl="node1" presStyleIdx="3" presStyleCnt="16">
        <dgm:presLayoutVars>
          <dgm:bulletEnabled val="1"/>
        </dgm:presLayoutVars>
      </dgm:prSet>
      <dgm:spPr/>
    </dgm:pt>
    <dgm:pt modelId="{E1DB062E-E633-4072-9DBE-3FDD49E1294E}" type="pres">
      <dgm:prSet presAssocID="{2CEDB6F5-560E-4AA2-B631-D92E7E744018}" presName="sibTrans" presStyleCnt="0"/>
      <dgm:spPr/>
    </dgm:pt>
    <dgm:pt modelId="{EE1625E7-A404-4DFD-AB2F-0AF3C1E21D6F}" type="pres">
      <dgm:prSet presAssocID="{53518D4F-C781-47E6-8CFE-1F34864E61ED}" presName="node" presStyleLbl="node1" presStyleIdx="4" presStyleCnt="16">
        <dgm:presLayoutVars>
          <dgm:bulletEnabled val="1"/>
        </dgm:presLayoutVars>
      </dgm:prSet>
      <dgm:spPr/>
    </dgm:pt>
    <dgm:pt modelId="{F7E55699-6EF4-4D1C-B532-713D009C632D}" type="pres">
      <dgm:prSet presAssocID="{EEB73A71-018B-447A-BAB5-A719FA17AE31}" presName="sibTrans" presStyleCnt="0"/>
      <dgm:spPr/>
    </dgm:pt>
    <dgm:pt modelId="{EA34A3D6-D35A-451F-86A4-546436CF6CEC}" type="pres">
      <dgm:prSet presAssocID="{41ED16CC-314E-411A-9B7F-420307BC7F63}" presName="node" presStyleLbl="node1" presStyleIdx="5" presStyleCnt="16">
        <dgm:presLayoutVars>
          <dgm:bulletEnabled val="1"/>
        </dgm:presLayoutVars>
      </dgm:prSet>
      <dgm:spPr/>
    </dgm:pt>
    <dgm:pt modelId="{349DE2A3-1006-4298-A1A5-1373F1DEC854}" type="pres">
      <dgm:prSet presAssocID="{E97355DF-D63B-43AA-A7FE-D2832BC70DC1}" presName="sibTrans" presStyleCnt="0"/>
      <dgm:spPr/>
    </dgm:pt>
    <dgm:pt modelId="{ECA31976-0FA0-46EE-AE2A-7C0239923034}" type="pres">
      <dgm:prSet presAssocID="{24E20347-2964-44BB-85A7-398C6BCD21E0}" presName="node" presStyleLbl="node1" presStyleIdx="6" presStyleCnt="16">
        <dgm:presLayoutVars>
          <dgm:bulletEnabled val="1"/>
        </dgm:presLayoutVars>
      </dgm:prSet>
      <dgm:spPr/>
    </dgm:pt>
    <dgm:pt modelId="{50B96925-169C-4488-978D-07DB6B6A817A}" type="pres">
      <dgm:prSet presAssocID="{5EB81CB0-A939-442C-B1AA-1B1FBAAE60E2}" presName="sibTrans" presStyleCnt="0"/>
      <dgm:spPr/>
    </dgm:pt>
    <dgm:pt modelId="{0DB960D2-EE04-4F15-B920-3A64E41D9483}" type="pres">
      <dgm:prSet presAssocID="{F839F820-4EDA-45D3-93FD-77CC59741E6C}" presName="node" presStyleLbl="node1" presStyleIdx="7" presStyleCnt="16">
        <dgm:presLayoutVars>
          <dgm:bulletEnabled val="1"/>
        </dgm:presLayoutVars>
      </dgm:prSet>
      <dgm:spPr/>
    </dgm:pt>
    <dgm:pt modelId="{6D6A6AD1-84E4-46C3-9EDE-AC5D2AE1100B}" type="pres">
      <dgm:prSet presAssocID="{0A47FBD7-8322-4FCD-A6AA-7CAAF4177DE0}" presName="sibTrans" presStyleCnt="0"/>
      <dgm:spPr/>
    </dgm:pt>
    <dgm:pt modelId="{D83292A1-DC28-4027-B2BB-D10D9EA4B2AC}" type="pres">
      <dgm:prSet presAssocID="{F72DC908-C7B8-4B1D-8258-3A298FCB81FE}" presName="node" presStyleLbl="node1" presStyleIdx="8" presStyleCnt="16">
        <dgm:presLayoutVars>
          <dgm:bulletEnabled val="1"/>
        </dgm:presLayoutVars>
      </dgm:prSet>
      <dgm:spPr/>
    </dgm:pt>
    <dgm:pt modelId="{1953B750-CF11-4C28-A936-D89A56D80B71}" type="pres">
      <dgm:prSet presAssocID="{820E3A87-C4E9-434D-9F9C-AD2B33F01E87}" presName="sibTrans" presStyleCnt="0"/>
      <dgm:spPr/>
    </dgm:pt>
    <dgm:pt modelId="{EDCEFF3A-18FB-4E08-8B53-CEC7BC86CB5A}" type="pres">
      <dgm:prSet presAssocID="{9A2751CC-2718-4E02-AB59-3BB88021D75E}" presName="node" presStyleLbl="node1" presStyleIdx="9" presStyleCnt="16">
        <dgm:presLayoutVars>
          <dgm:bulletEnabled val="1"/>
        </dgm:presLayoutVars>
      </dgm:prSet>
      <dgm:spPr/>
    </dgm:pt>
    <dgm:pt modelId="{F06AC3E6-5AB0-435F-B629-BDEA10659105}" type="pres">
      <dgm:prSet presAssocID="{F7E1BCB4-81FA-46B5-8FB4-8E53ACDD8402}" presName="sibTrans" presStyleCnt="0"/>
      <dgm:spPr/>
    </dgm:pt>
    <dgm:pt modelId="{41922F8C-0B73-489A-AF05-31422C3AB9E0}" type="pres">
      <dgm:prSet presAssocID="{1A2AEBF9-DAF5-4B2C-AF62-1CC6190C9482}" presName="node" presStyleLbl="node1" presStyleIdx="10" presStyleCnt="16">
        <dgm:presLayoutVars>
          <dgm:bulletEnabled val="1"/>
        </dgm:presLayoutVars>
      </dgm:prSet>
      <dgm:spPr/>
    </dgm:pt>
    <dgm:pt modelId="{39ECADB1-25D1-4712-BEEB-71B14A21917D}" type="pres">
      <dgm:prSet presAssocID="{0A0078DD-D03C-4D4C-A030-1B933A25B0E0}" presName="sibTrans" presStyleCnt="0"/>
      <dgm:spPr/>
    </dgm:pt>
    <dgm:pt modelId="{D21E7279-DBE8-42F0-A818-CF1B0628C953}" type="pres">
      <dgm:prSet presAssocID="{5D919E07-9F3C-4156-B360-D2AC21530F94}" presName="node" presStyleLbl="node1" presStyleIdx="11" presStyleCnt="16">
        <dgm:presLayoutVars>
          <dgm:bulletEnabled val="1"/>
        </dgm:presLayoutVars>
      </dgm:prSet>
      <dgm:spPr/>
    </dgm:pt>
    <dgm:pt modelId="{EFC076CF-DF84-412A-85CA-B465553E84B3}" type="pres">
      <dgm:prSet presAssocID="{96DED5DE-F7EF-47E8-BC71-31064D1561D0}" presName="sibTrans" presStyleCnt="0"/>
      <dgm:spPr/>
    </dgm:pt>
    <dgm:pt modelId="{E6A3F73B-C538-4BD2-B8E6-5BAF400D9EC6}" type="pres">
      <dgm:prSet presAssocID="{E42E489B-253C-4B27-B42B-4743D857FF2D}" presName="node" presStyleLbl="node1" presStyleIdx="12" presStyleCnt="16">
        <dgm:presLayoutVars>
          <dgm:bulletEnabled val="1"/>
        </dgm:presLayoutVars>
      </dgm:prSet>
      <dgm:spPr/>
    </dgm:pt>
    <dgm:pt modelId="{6DB559AE-1B70-4DF4-95A8-9D24A0421AA9}" type="pres">
      <dgm:prSet presAssocID="{FB7DA95A-9972-4A12-A8FC-BD885544CDD2}" presName="sibTrans" presStyleCnt="0"/>
      <dgm:spPr/>
    </dgm:pt>
    <dgm:pt modelId="{2B30E78F-6369-4900-8E9E-ED3B21CCA82A}" type="pres">
      <dgm:prSet presAssocID="{12679CF6-B33B-43A0-A837-A18F4D06EBEB}" presName="node" presStyleLbl="node1" presStyleIdx="13" presStyleCnt="16">
        <dgm:presLayoutVars>
          <dgm:bulletEnabled val="1"/>
        </dgm:presLayoutVars>
      </dgm:prSet>
      <dgm:spPr/>
    </dgm:pt>
    <dgm:pt modelId="{BD8A5128-DCBB-49D4-854B-79E3C9CA2F23}" type="pres">
      <dgm:prSet presAssocID="{28A51995-85E9-48F4-B1D4-62D27649A17C}" presName="sibTrans" presStyleCnt="0"/>
      <dgm:spPr/>
    </dgm:pt>
    <dgm:pt modelId="{1B7E77DC-CCD0-4203-8FD1-86EFE3510C5B}" type="pres">
      <dgm:prSet presAssocID="{B8ABE5DB-E4D5-4388-8DE8-0DB065E4EAB5}" presName="node" presStyleLbl="node1" presStyleIdx="14" presStyleCnt="16">
        <dgm:presLayoutVars>
          <dgm:bulletEnabled val="1"/>
        </dgm:presLayoutVars>
      </dgm:prSet>
      <dgm:spPr/>
    </dgm:pt>
    <dgm:pt modelId="{E6033F8C-1830-421B-943A-AFCC439F2917}" type="pres">
      <dgm:prSet presAssocID="{4FD533E5-B968-4A46-BA24-7C59ED88D4CC}" presName="sibTrans" presStyleCnt="0"/>
      <dgm:spPr/>
    </dgm:pt>
    <dgm:pt modelId="{FE0DFD9A-E39F-4673-BCAB-A87A13F2084A}" type="pres">
      <dgm:prSet presAssocID="{D2A930C3-FEA9-4AD1-89B9-C82303BDE9D3}" presName="node" presStyleLbl="node1" presStyleIdx="15" presStyleCnt="16">
        <dgm:presLayoutVars>
          <dgm:bulletEnabled val="1"/>
        </dgm:presLayoutVars>
      </dgm:prSet>
      <dgm:spPr/>
    </dgm:pt>
  </dgm:ptLst>
  <dgm:cxnLst>
    <dgm:cxn modelId="{5EC33C0A-68CA-466E-81A3-D53FDB47D9B7}" type="presOf" srcId="{B8ABE5DB-E4D5-4388-8DE8-0DB065E4EAB5}" destId="{1B7E77DC-CCD0-4203-8FD1-86EFE3510C5B}" srcOrd="0" destOrd="0" presId="urn:microsoft.com/office/officeart/2005/8/layout/default"/>
    <dgm:cxn modelId="{0A76140E-710D-4E4E-BDA2-43CFA8911A81}" type="presOf" srcId="{54331EAF-0113-4E0D-9FDF-C32AF23E58B6}" destId="{ECA31976-0FA0-46EE-AE2A-7C0239923034}" srcOrd="0" destOrd="1" presId="urn:microsoft.com/office/officeart/2005/8/layout/default"/>
    <dgm:cxn modelId="{0415C30E-8610-4955-A487-CB30D937572D}" srcId="{E42E489B-253C-4B27-B42B-4743D857FF2D}" destId="{27F2D553-7828-44F5-BB1B-9A029E3924D4}" srcOrd="0" destOrd="0" parTransId="{014B15C3-85C8-4C2E-91FA-CACBDAD49E9A}" sibTransId="{40FC25F0-3C1E-4F57-8DC5-B468D814F5EA}"/>
    <dgm:cxn modelId="{9E531714-DF40-4C6F-B2D9-8000C108038C}" srcId="{24E20347-2964-44BB-85A7-398C6BCD21E0}" destId="{2ACDCCC1-C13C-42A7-A006-53DA486D382B}" srcOrd="1" destOrd="0" parTransId="{7EFB3F10-DDC2-40A2-9CFB-14D478CC57EF}" sibTransId="{3FEA7947-863F-401D-B356-C5F80ED16944}"/>
    <dgm:cxn modelId="{FA02D317-576C-4E1A-B205-BA20F559ECFF}" srcId="{9C8AD8D5-3AAD-4C1F-A458-43E343857895}" destId="{53518D4F-C781-47E6-8CFE-1F34864E61ED}" srcOrd="4" destOrd="0" parTransId="{7581F2C5-8AF8-4CBD-82C2-3189D56D2F07}" sibTransId="{EEB73A71-018B-447A-BAB5-A719FA17AE31}"/>
    <dgm:cxn modelId="{82CC8820-FB8D-4266-913A-C10C8B19682A}" type="presOf" srcId="{8F32167E-FFCC-4E18-91E5-F2EBF519A1EB}" destId="{8A2E1D95-AE57-40FA-B2E6-A33566E7E942}" srcOrd="0" destOrd="0" presId="urn:microsoft.com/office/officeart/2005/8/layout/default"/>
    <dgm:cxn modelId="{7CF1C628-B052-41C0-A7B0-AB7A2BB22DBF}" srcId="{9C8AD8D5-3AAD-4C1F-A458-43E343857895}" destId="{9A2751CC-2718-4E02-AB59-3BB88021D75E}" srcOrd="9" destOrd="0" parTransId="{F9165476-CA41-4C93-A99D-BD1EDB53CDA2}" sibTransId="{F7E1BCB4-81FA-46B5-8FB4-8E53ACDD8402}"/>
    <dgm:cxn modelId="{02E57331-462C-4E73-86C6-83361385D208}" srcId="{B8ABE5DB-E4D5-4388-8DE8-0DB065E4EAB5}" destId="{F8F2951E-BDD5-4CC3-AE10-7CE5E6599AE5}" srcOrd="0" destOrd="0" parTransId="{E7E9CF18-4935-40FE-9CBC-C61556BE236B}" sibTransId="{62D72643-09F6-45E6-A815-915F66CE2067}"/>
    <dgm:cxn modelId="{FB021C35-0657-484D-BD79-0E4AE40889BE}" type="presOf" srcId="{7E3FD370-8BCF-44B6-B2B3-9712BE885A38}" destId="{EE1625E7-A404-4DFD-AB2F-0AF3C1E21D6F}" srcOrd="0" destOrd="2" presId="urn:microsoft.com/office/officeart/2005/8/layout/default"/>
    <dgm:cxn modelId="{45C7B638-0180-480B-8841-04DCACF9C9EF}" type="presOf" srcId="{53518D4F-C781-47E6-8CFE-1F34864E61ED}" destId="{EE1625E7-A404-4DFD-AB2F-0AF3C1E21D6F}" srcOrd="0" destOrd="0" presId="urn:microsoft.com/office/officeart/2005/8/layout/default"/>
    <dgm:cxn modelId="{D321793A-6425-405A-9154-90430CF36502}" type="presOf" srcId="{24E20347-2964-44BB-85A7-398C6BCD21E0}" destId="{ECA31976-0FA0-46EE-AE2A-7C0239923034}" srcOrd="0" destOrd="0" presId="urn:microsoft.com/office/officeart/2005/8/layout/default"/>
    <dgm:cxn modelId="{ACF3653B-7BA8-4197-9EBF-E58E13545024}" srcId="{D2A930C3-FEA9-4AD1-89B9-C82303BDE9D3}" destId="{D3604362-5257-44C0-9594-C7D677D3203D}" srcOrd="0" destOrd="0" parTransId="{9437B0FA-6C64-48E6-B77C-7D0059A13ACF}" sibTransId="{19210293-07A2-46FA-A479-D8E72BD0B569}"/>
    <dgm:cxn modelId="{B315163E-91F3-4427-8EA9-C3EB815DD252}" srcId="{9C8AD8D5-3AAD-4C1F-A458-43E343857895}" destId="{D2A930C3-FEA9-4AD1-89B9-C82303BDE9D3}" srcOrd="15" destOrd="0" parTransId="{EBFCAF07-820D-443E-8FB5-E32CA1927148}" sibTransId="{3B58F4A5-8867-40B8-B92B-DEE8E288F776}"/>
    <dgm:cxn modelId="{B5AA1E3F-3E23-4A02-BF71-D48DE6E6AF5B}" srcId="{9C8AD8D5-3AAD-4C1F-A458-43E343857895}" destId="{8F32167E-FFCC-4E18-91E5-F2EBF519A1EB}" srcOrd="1" destOrd="0" parTransId="{4093FFA7-2515-404F-8FEB-C68809DB34C4}" sibTransId="{31340C94-2088-47C0-A204-2F84906EA6CD}"/>
    <dgm:cxn modelId="{15A66A40-E2CD-4B8E-A3A8-EEA05B81E3B2}" type="presOf" srcId="{D3604362-5257-44C0-9594-C7D677D3203D}" destId="{FE0DFD9A-E39F-4673-BCAB-A87A13F2084A}" srcOrd="0" destOrd="1" presId="urn:microsoft.com/office/officeart/2005/8/layout/default"/>
    <dgm:cxn modelId="{635C995F-529E-4837-AB56-972593BBD590}" srcId="{9C8AD8D5-3AAD-4C1F-A458-43E343857895}" destId="{24E20347-2964-44BB-85A7-398C6BCD21E0}" srcOrd="6" destOrd="0" parTransId="{9C8FB4A2-8FC6-4B50-A3AE-541F9451DFD9}" sibTransId="{5EB81CB0-A939-442C-B1AA-1B1FBAAE60E2}"/>
    <dgm:cxn modelId="{01C5EE60-DFBE-4CB1-B310-52974D62103F}" srcId="{24E20347-2964-44BB-85A7-398C6BCD21E0}" destId="{54331EAF-0113-4E0D-9FDF-C32AF23E58B6}" srcOrd="0" destOrd="0" parTransId="{51C330ED-403F-4CC1-BA3B-52CCDF4C7C91}" sibTransId="{00CA8262-21C4-4EB3-93F0-E1BEF4837D61}"/>
    <dgm:cxn modelId="{3D927D64-F72A-40E2-AD7B-B333AAFA8282}" srcId="{9C8AD8D5-3AAD-4C1F-A458-43E343857895}" destId="{A1F940F3-3573-4809-8D9C-9A125F33C010}" srcOrd="3" destOrd="0" parTransId="{FE594F5C-BF45-4FE1-A76C-5D11ECFFBB92}" sibTransId="{2CEDB6F5-560E-4AA2-B631-D92E7E744018}"/>
    <dgm:cxn modelId="{65417565-80D2-4CD1-B0C7-612C1E3241A8}" type="presOf" srcId="{F8F2951E-BDD5-4CC3-AE10-7CE5E6599AE5}" destId="{1B7E77DC-CCD0-4203-8FD1-86EFE3510C5B}" srcOrd="0" destOrd="1" presId="urn:microsoft.com/office/officeart/2005/8/layout/default"/>
    <dgm:cxn modelId="{7F637047-2853-4B2B-A309-7F94B2E275EC}" type="presOf" srcId="{1A2AEBF9-DAF5-4B2C-AF62-1CC6190C9482}" destId="{41922F8C-0B73-489A-AF05-31422C3AB9E0}" srcOrd="0" destOrd="0" presId="urn:microsoft.com/office/officeart/2005/8/layout/default"/>
    <dgm:cxn modelId="{1DD65568-B45F-441C-9BC4-83391F15A454}" type="presOf" srcId="{D2A930C3-FEA9-4AD1-89B9-C82303BDE9D3}" destId="{FE0DFD9A-E39F-4673-BCAB-A87A13F2084A}" srcOrd="0" destOrd="0" presId="urn:microsoft.com/office/officeart/2005/8/layout/default"/>
    <dgm:cxn modelId="{6CD39D48-196A-41A7-8EC0-AF08D4AEEC31}" type="presOf" srcId="{24C11082-C386-4A06-A331-3E685F50D93E}" destId="{1C1CA69C-8937-4CDF-B83E-0BF1F2B7FBB7}" srcOrd="0" destOrd="0" presId="urn:microsoft.com/office/officeart/2005/8/layout/default"/>
    <dgm:cxn modelId="{A47EEC4B-AC61-4C02-A1E6-939E4785A6EE}" srcId="{9C8AD8D5-3AAD-4C1F-A458-43E343857895}" destId="{12679CF6-B33B-43A0-A837-A18F4D06EBEB}" srcOrd="13" destOrd="0" parTransId="{1196F6BF-D241-44AD-8580-F24D9C6053A1}" sibTransId="{28A51995-85E9-48F4-B1D4-62D27649A17C}"/>
    <dgm:cxn modelId="{1B35E66E-C53A-4104-B24D-CFFDAB04FF86}" srcId="{53518D4F-C781-47E6-8CFE-1F34864E61ED}" destId="{7E3FD370-8BCF-44B6-B2B3-9712BE885A38}" srcOrd="1" destOrd="0" parTransId="{15B518D8-5BF0-48E7-A582-7E3DE8780B77}" sibTransId="{A971814B-A6A2-46BC-A15E-FD3B336C60AD}"/>
    <dgm:cxn modelId="{32DE1351-7195-46DA-B2A2-C6E60D9E613F}" type="presOf" srcId="{27F2D553-7828-44F5-BB1B-9A029E3924D4}" destId="{E6A3F73B-C538-4BD2-B8E6-5BAF400D9EC6}" srcOrd="0" destOrd="1" presId="urn:microsoft.com/office/officeart/2005/8/layout/default"/>
    <dgm:cxn modelId="{2B3A9653-96CB-4532-AEA2-ADC48853C288}" type="presOf" srcId="{9C8AD8D5-3AAD-4C1F-A458-43E343857895}" destId="{8BAB7084-FD30-44D7-AB56-AA67F151D086}" srcOrd="0" destOrd="0" presId="urn:microsoft.com/office/officeart/2005/8/layout/default"/>
    <dgm:cxn modelId="{47192455-F9E5-47C8-A18A-27D074C08E04}" srcId="{9C8AD8D5-3AAD-4C1F-A458-43E343857895}" destId="{E42E489B-253C-4B27-B42B-4743D857FF2D}" srcOrd="12" destOrd="0" parTransId="{57EE5FCA-E55E-4268-A648-E0E3814DEA7D}" sibTransId="{FB7DA95A-9972-4A12-A8FC-BD885544CDD2}"/>
    <dgm:cxn modelId="{35DA9575-BE1C-4AE1-99F9-3025ABAF8D6E}" type="presOf" srcId="{D2A0AD13-8284-47C3-9383-6296AB1D8EC3}" destId="{1B7E77DC-CCD0-4203-8FD1-86EFE3510C5B}" srcOrd="0" destOrd="2" presId="urn:microsoft.com/office/officeart/2005/8/layout/default"/>
    <dgm:cxn modelId="{43D81E7A-73FF-43E7-B786-D048CFA55D5A}" srcId="{9C8AD8D5-3AAD-4C1F-A458-43E343857895}" destId="{F839F820-4EDA-45D3-93FD-77CC59741E6C}" srcOrd="7" destOrd="0" parTransId="{56BACB24-820B-4519-830C-ADBAF47EC7BE}" sibTransId="{0A47FBD7-8322-4FCD-A6AA-7CAAF4177DE0}"/>
    <dgm:cxn modelId="{2C74B280-BA43-4F7B-B6CA-45B65D80A30C}" srcId="{9C8AD8D5-3AAD-4C1F-A458-43E343857895}" destId="{41ED16CC-314E-411A-9B7F-420307BC7F63}" srcOrd="5" destOrd="0" parTransId="{B771826D-3B7B-44EE-B056-7B4849E133E4}" sibTransId="{E97355DF-D63B-43AA-A7FE-D2832BC70DC1}"/>
    <dgm:cxn modelId="{B46A3588-8FB1-4D1F-94C2-DD08CDEBAC9A}" srcId="{9C8AD8D5-3AAD-4C1F-A458-43E343857895}" destId="{D94B3E2A-9F10-4C45-ADA0-C0461DFFBCF5}" srcOrd="0" destOrd="0" parTransId="{244DAD2C-E80C-49ED-9821-A9C8D05BDFF0}" sibTransId="{5FF03AE2-A2C7-4786-BDEC-142056E4F681}"/>
    <dgm:cxn modelId="{C8532D95-927D-427F-9770-3953D6B912B6}" srcId="{B8ABE5DB-E4D5-4388-8DE8-0DB065E4EAB5}" destId="{D2A0AD13-8284-47C3-9383-6296AB1D8EC3}" srcOrd="1" destOrd="0" parTransId="{392C7095-619F-41E6-8C7D-45CB299E934D}" sibTransId="{D9655795-7159-4D2D-80A6-7572AB3CB0E5}"/>
    <dgm:cxn modelId="{C1977D96-3ABA-43AF-AA0F-ACF9D37FBEA8}" srcId="{9C8AD8D5-3AAD-4C1F-A458-43E343857895}" destId="{B8ABE5DB-E4D5-4388-8DE8-0DB065E4EAB5}" srcOrd="14" destOrd="0" parTransId="{F860DE59-D50D-4448-9FF1-83B7F888B34D}" sibTransId="{4FD533E5-B968-4A46-BA24-7C59ED88D4CC}"/>
    <dgm:cxn modelId="{D71CC796-DF9A-4565-A799-088CFC161297}" srcId="{9C8AD8D5-3AAD-4C1F-A458-43E343857895}" destId="{F72DC908-C7B8-4B1D-8258-3A298FCB81FE}" srcOrd="8" destOrd="0" parTransId="{E599E3FE-02CC-4463-8513-52A2A520B740}" sibTransId="{820E3A87-C4E9-434D-9F9C-AD2B33F01E87}"/>
    <dgm:cxn modelId="{4DD5FA9A-31BB-4F88-A775-4138E27CC775}" type="presOf" srcId="{F72DC908-C7B8-4B1D-8258-3A298FCB81FE}" destId="{D83292A1-DC28-4027-B2BB-D10D9EA4B2AC}" srcOrd="0" destOrd="0" presId="urn:microsoft.com/office/officeart/2005/8/layout/default"/>
    <dgm:cxn modelId="{C9DBBAA1-EF42-4C6F-9E97-969475ABB793}" type="presOf" srcId="{8EFECFF1-D8EC-4CEC-A9AC-2860C21E2725}" destId="{EE1625E7-A404-4DFD-AB2F-0AF3C1E21D6F}" srcOrd="0" destOrd="1" presId="urn:microsoft.com/office/officeart/2005/8/layout/default"/>
    <dgm:cxn modelId="{F3FDA6A4-17F4-4D86-8304-5EF6050E8F4F}" type="presOf" srcId="{2ACDCCC1-C13C-42A7-A006-53DA486D382B}" destId="{ECA31976-0FA0-46EE-AE2A-7C0239923034}" srcOrd="0" destOrd="2" presId="urn:microsoft.com/office/officeart/2005/8/layout/default"/>
    <dgm:cxn modelId="{6D3A2BAE-7811-43C7-BD08-ABB85B29E385}" type="presOf" srcId="{9A2751CC-2718-4E02-AB59-3BB88021D75E}" destId="{EDCEFF3A-18FB-4E08-8B53-CEC7BC86CB5A}" srcOrd="0" destOrd="0" presId="urn:microsoft.com/office/officeart/2005/8/layout/default"/>
    <dgm:cxn modelId="{918D97AF-7301-4CDE-A537-094BF588875B}" type="presOf" srcId="{A569B164-7DE1-4814-A95A-59930735BDFF}" destId="{E6A3F73B-C538-4BD2-B8E6-5BAF400D9EC6}" srcOrd="0" destOrd="2" presId="urn:microsoft.com/office/officeart/2005/8/layout/default"/>
    <dgm:cxn modelId="{2FADC9B1-2BB1-400E-9326-E2972004A077}" type="presOf" srcId="{A1F940F3-3573-4809-8D9C-9A125F33C010}" destId="{8E7251ED-4D96-47F0-A4D3-B420B99A0D2D}" srcOrd="0" destOrd="0" presId="urn:microsoft.com/office/officeart/2005/8/layout/default"/>
    <dgm:cxn modelId="{570338BC-0896-401B-8979-CAC333C39562}" srcId="{9C8AD8D5-3AAD-4C1F-A458-43E343857895}" destId="{24C11082-C386-4A06-A331-3E685F50D93E}" srcOrd="2" destOrd="0" parTransId="{1CD93CDB-59B2-4BA7-963F-ACCA323FAC53}" sibTransId="{6FB7160C-F623-4CAF-A54B-57FC9CD1EB29}"/>
    <dgm:cxn modelId="{4C72C7D8-D32A-4B33-9B92-AEA01EC0BA1A}" srcId="{E42E489B-253C-4B27-B42B-4743D857FF2D}" destId="{A569B164-7DE1-4814-A95A-59930735BDFF}" srcOrd="1" destOrd="0" parTransId="{D230FFF1-B072-406D-8C52-0AB0C243F3A1}" sibTransId="{87DBA151-B0F3-4CB3-B9E2-C6FD60E6D9C6}"/>
    <dgm:cxn modelId="{554169DA-2002-4232-9749-7395A0E84AFF}" type="presOf" srcId="{E42E489B-253C-4B27-B42B-4743D857FF2D}" destId="{E6A3F73B-C538-4BD2-B8E6-5BAF400D9EC6}" srcOrd="0" destOrd="0" presId="urn:microsoft.com/office/officeart/2005/8/layout/default"/>
    <dgm:cxn modelId="{B0AC7DDE-75F7-40EA-A407-211EC4B8AF21}" type="presOf" srcId="{5D919E07-9F3C-4156-B360-D2AC21530F94}" destId="{D21E7279-DBE8-42F0-A818-CF1B0628C953}" srcOrd="0" destOrd="0" presId="urn:microsoft.com/office/officeart/2005/8/layout/default"/>
    <dgm:cxn modelId="{DAF03DE6-8677-425D-8E27-001BB1FB6A06}" srcId="{9C8AD8D5-3AAD-4C1F-A458-43E343857895}" destId="{5D919E07-9F3C-4156-B360-D2AC21530F94}" srcOrd="11" destOrd="0" parTransId="{E0DAC61B-FDAA-4323-8F33-488BBA1C57F7}" sibTransId="{96DED5DE-F7EF-47E8-BC71-31064D1561D0}"/>
    <dgm:cxn modelId="{E3DBB3E6-C834-4117-A641-465C460E0BAA}" type="presOf" srcId="{D94B3E2A-9F10-4C45-ADA0-C0461DFFBCF5}" destId="{011E110F-9C63-4B88-A19B-9A8CE8759F09}" srcOrd="0" destOrd="0" presId="urn:microsoft.com/office/officeart/2005/8/layout/default"/>
    <dgm:cxn modelId="{0CB5C7EA-9E39-4A61-A5BA-D78B891A39F2}" type="presOf" srcId="{F839F820-4EDA-45D3-93FD-77CC59741E6C}" destId="{0DB960D2-EE04-4F15-B920-3A64E41D9483}" srcOrd="0" destOrd="0" presId="urn:microsoft.com/office/officeart/2005/8/layout/default"/>
    <dgm:cxn modelId="{16505CF2-E86E-4BE0-8ABF-71B38D21C87A}" srcId="{53518D4F-C781-47E6-8CFE-1F34864E61ED}" destId="{8EFECFF1-D8EC-4CEC-A9AC-2860C21E2725}" srcOrd="0" destOrd="0" parTransId="{2AA47334-8766-4538-842C-280295BEBED5}" sibTransId="{B2EF8B53-4116-477F-81BA-CE1FF03C5DB0}"/>
    <dgm:cxn modelId="{4DDEF8F6-B07F-4B76-886E-CE5D4CAA4779}" srcId="{9C8AD8D5-3AAD-4C1F-A458-43E343857895}" destId="{1A2AEBF9-DAF5-4B2C-AF62-1CC6190C9482}" srcOrd="10" destOrd="0" parTransId="{54B7D2B5-F42D-48CA-9B70-E11313A31F57}" sibTransId="{0A0078DD-D03C-4D4C-A030-1B933A25B0E0}"/>
    <dgm:cxn modelId="{B6ADAFFA-B0AD-474D-9B98-963F1CE4A41E}" type="presOf" srcId="{41ED16CC-314E-411A-9B7F-420307BC7F63}" destId="{EA34A3D6-D35A-451F-86A4-546436CF6CEC}" srcOrd="0" destOrd="0" presId="urn:microsoft.com/office/officeart/2005/8/layout/default"/>
    <dgm:cxn modelId="{AC5EAEFE-2902-4192-9396-5A258B55671C}" type="presOf" srcId="{12679CF6-B33B-43A0-A837-A18F4D06EBEB}" destId="{2B30E78F-6369-4900-8E9E-ED3B21CCA82A}" srcOrd="0" destOrd="0" presId="urn:microsoft.com/office/officeart/2005/8/layout/default"/>
    <dgm:cxn modelId="{F0029E6C-0488-4E11-B928-19B370D7D4BB}" type="presParOf" srcId="{8BAB7084-FD30-44D7-AB56-AA67F151D086}" destId="{011E110F-9C63-4B88-A19B-9A8CE8759F09}" srcOrd="0" destOrd="0" presId="urn:microsoft.com/office/officeart/2005/8/layout/default"/>
    <dgm:cxn modelId="{158BD748-3391-4004-82A7-2B302BF2E6D4}" type="presParOf" srcId="{8BAB7084-FD30-44D7-AB56-AA67F151D086}" destId="{5792C9CF-0782-45A3-9C3F-E3CC794DA13B}" srcOrd="1" destOrd="0" presId="urn:microsoft.com/office/officeart/2005/8/layout/default"/>
    <dgm:cxn modelId="{1E26C6C8-101B-4141-8639-9156388A3E3B}" type="presParOf" srcId="{8BAB7084-FD30-44D7-AB56-AA67F151D086}" destId="{8A2E1D95-AE57-40FA-B2E6-A33566E7E942}" srcOrd="2" destOrd="0" presId="urn:microsoft.com/office/officeart/2005/8/layout/default"/>
    <dgm:cxn modelId="{E126280F-2438-4E2F-B22D-5939F055C826}" type="presParOf" srcId="{8BAB7084-FD30-44D7-AB56-AA67F151D086}" destId="{13BA8B33-2393-4D9C-B137-FCDA978F47B1}" srcOrd="3" destOrd="0" presId="urn:microsoft.com/office/officeart/2005/8/layout/default"/>
    <dgm:cxn modelId="{6DA39E8E-6A05-4B22-A873-4989BB047BEA}" type="presParOf" srcId="{8BAB7084-FD30-44D7-AB56-AA67F151D086}" destId="{1C1CA69C-8937-4CDF-B83E-0BF1F2B7FBB7}" srcOrd="4" destOrd="0" presId="urn:microsoft.com/office/officeart/2005/8/layout/default"/>
    <dgm:cxn modelId="{34119052-76AC-49A9-82F0-03E12B9F92D4}" type="presParOf" srcId="{8BAB7084-FD30-44D7-AB56-AA67F151D086}" destId="{C18BC07A-EBF6-44A1-BA5C-A3052BCF3521}" srcOrd="5" destOrd="0" presId="urn:microsoft.com/office/officeart/2005/8/layout/default"/>
    <dgm:cxn modelId="{DDFA1211-01F2-4A62-859D-6ECBA88233FB}" type="presParOf" srcId="{8BAB7084-FD30-44D7-AB56-AA67F151D086}" destId="{8E7251ED-4D96-47F0-A4D3-B420B99A0D2D}" srcOrd="6" destOrd="0" presId="urn:microsoft.com/office/officeart/2005/8/layout/default"/>
    <dgm:cxn modelId="{75285935-1207-46E3-B8BB-ACA4C8D0F0EB}" type="presParOf" srcId="{8BAB7084-FD30-44D7-AB56-AA67F151D086}" destId="{E1DB062E-E633-4072-9DBE-3FDD49E1294E}" srcOrd="7" destOrd="0" presId="urn:microsoft.com/office/officeart/2005/8/layout/default"/>
    <dgm:cxn modelId="{5152C737-B080-43CA-87F4-93F9A5EE3A91}" type="presParOf" srcId="{8BAB7084-FD30-44D7-AB56-AA67F151D086}" destId="{EE1625E7-A404-4DFD-AB2F-0AF3C1E21D6F}" srcOrd="8" destOrd="0" presId="urn:microsoft.com/office/officeart/2005/8/layout/default"/>
    <dgm:cxn modelId="{48EFADA9-10AA-4181-82CD-12603786ED04}" type="presParOf" srcId="{8BAB7084-FD30-44D7-AB56-AA67F151D086}" destId="{F7E55699-6EF4-4D1C-B532-713D009C632D}" srcOrd="9" destOrd="0" presId="urn:microsoft.com/office/officeart/2005/8/layout/default"/>
    <dgm:cxn modelId="{BA166113-4099-413C-AFCB-5ACD3801DFF8}" type="presParOf" srcId="{8BAB7084-FD30-44D7-AB56-AA67F151D086}" destId="{EA34A3D6-D35A-451F-86A4-546436CF6CEC}" srcOrd="10" destOrd="0" presId="urn:microsoft.com/office/officeart/2005/8/layout/default"/>
    <dgm:cxn modelId="{80F29156-9EA5-43C0-AE47-88CE448D5A6C}" type="presParOf" srcId="{8BAB7084-FD30-44D7-AB56-AA67F151D086}" destId="{349DE2A3-1006-4298-A1A5-1373F1DEC854}" srcOrd="11" destOrd="0" presId="urn:microsoft.com/office/officeart/2005/8/layout/default"/>
    <dgm:cxn modelId="{6C857209-0DD8-4499-A730-1C0FB29D16B0}" type="presParOf" srcId="{8BAB7084-FD30-44D7-AB56-AA67F151D086}" destId="{ECA31976-0FA0-46EE-AE2A-7C0239923034}" srcOrd="12" destOrd="0" presId="urn:microsoft.com/office/officeart/2005/8/layout/default"/>
    <dgm:cxn modelId="{CEBB0A31-3DFD-4F19-A12B-5E674DEABEF0}" type="presParOf" srcId="{8BAB7084-FD30-44D7-AB56-AA67F151D086}" destId="{50B96925-169C-4488-978D-07DB6B6A817A}" srcOrd="13" destOrd="0" presId="urn:microsoft.com/office/officeart/2005/8/layout/default"/>
    <dgm:cxn modelId="{C71ED570-F800-40FA-8784-22BFE137DAC9}" type="presParOf" srcId="{8BAB7084-FD30-44D7-AB56-AA67F151D086}" destId="{0DB960D2-EE04-4F15-B920-3A64E41D9483}" srcOrd="14" destOrd="0" presId="urn:microsoft.com/office/officeart/2005/8/layout/default"/>
    <dgm:cxn modelId="{930EDE7D-7164-4B7D-A901-20E0D57F15BC}" type="presParOf" srcId="{8BAB7084-FD30-44D7-AB56-AA67F151D086}" destId="{6D6A6AD1-84E4-46C3-9EDE-AC5D2AE1100B}" srcOrd="15" destOrd="0" presId="urn:microsoft.com/office/officeart/2005/8/layout/default"/>
    <dgm:cxn modelId="{8E419446-9A80-4E22-B19A-3D64371E2CB9}" type="presParOf" srcId="{8BAB7084-FD30-44D7-AB56-AA67F151D086}" destId="{D83292A1-DC28-4027-B2BB-D10D9EA4B2AC}" srcOrd="16" destOrd="0" presId="urn:microsoft.com/office/officeart/2005/8/layout/default"/>
    <dgm:cxn modelId="{ADDD8249-1230-48F0-B42F-CF661940332E}" type="presParOf" srcId="{8BAB7084-FD30-44D7-AB56-AA67F151D086}" destId="{1953B750-CF11-4C28-A936-D89A56D80B71}" srcOrd="17" destOrd="0" presId="urn:microsoft.com/office/officeart/2005/8/layout/default"/>
    <dgm:cxn modelId="{F10B1DA2-451D-41B4-A107-3C517EC2673E}" type="presParOf" srcId="{8BAB7084-FD30-44D7-AB56-AA67F151D086}" destId="{EDCEFF3A-18FB-4E08-8B53-CEC7BC86CB5A}" srcOrd="18" destOrd="0" presId="urn:microsoft.com/office/officeart/2005/8/layout/default"/>
    <dgm:cxn modelId="{36BD3C71-6336-4C41-822B-F461BED8EBFD}" type="presParOf" srcId="{8BAB7084-FD30-44D7-AB56-AA67F151D086}" destId="{F06AC3E6-5AB0-435F-B629-BDEA10659105}" srcOrd="19" destOrd="0" presId="urn:microsoft.com/office/officeart/2005/8/layout/default"/>
    <dgm:cxn modelId="{18CD0691-4286-4D3F-86F8-B2D29148C58E}" type="presParOf" srcId="{8BAB7084-FD30-44D7-AB56-AA67F151D086}" destId="{41922F8C-0B73-489A-AF05-31422C3AB9E0}" srcOrd="20" destOrd="0" presId="urn:microsoft.com/office/officeart/2005/8/layout/default"/>
    <dgm:cxn modelId="{158F6B42-9728-4FD6-8107-6EFAD6C70C66}" type="presParOf" srcId="{8BAB7084-FD30-44D7-AB56-AA67F151D086}" destId="{39ECADB1-25D1-4712-BEEB-71B14A21917D}" srcOrd="21" destOrd="0" presId="urn:microsoft.com/office/officeart/2005/8/layout/default"/>
    <dgm:cxn modelId="{5C52582C-2FA0-4E7F-A58D-9C5B4DDC3EFE}" type="presParOf" srcId="{8BAB7084-FD30-44D7-AB56-AA67F151D086}" destId="{D21E7279-DBE8-42F0-A818-CF1B0628C953}" srcOrd="22" destOrd="0" presId="urn:microsoft.com/office/officeart/2005/8/layout/default"/>
    <dgm:cxn modelId="{757B1BAD-7C68-4ED2-9E7C-79B40D769E92}" type="presParOf" srcId="{8BAB7084-FD30-44D7-AB56-AA67F151D086}" destId="{EFC076CF-DF84-412A-85CA-B465553E84B3}" srcOrd="23" destOrd="0" presId="urn:microsoft.com/office/officeart/2005/8/layout/default"/>
    <dgm:cxn modelId="{D1C43A93-B5FF-4FFE-AC5E-9B9E92002FD8}" type="presParOf" srcId="{8BAB7084-FD30-44D7-AB56-AA67F151D086}" destId="{E6A3F73B-C538-4BD2-B8E6-5BAF400D9EC6}" srcOrd="24" destOrd="0" presId="urn:microsoft.com/office/officeart/2005/8/layout/default"/>
    <dgm:cxn modelId="{94A2360A-AD4B-40D8-B045-349DE2B867F5}" type="presParOf" srcId="{8BAB7084-FD30-44D7-AB56-AA67F151D086}" destId="{6DB559AE-1B70-4DF4-95A8-9D24A0421AA9}" srcOrd="25" destOrd="0" presId="urn:microsoft.com/office/officeart/2005/8/layout/default"/>
    <dgm:cxn modelId="{515CDEC2-5B9A-44F3-BD48-27C06DD47E31}" type="presParOf" srcId="{8BAB7084-FD30-44D7-AB56-AA67F151D086}" destId="{2B30E78F-6369-4900-8E9E-ED3B21CCA82A}" srcOrd="26" destOrd="0" presId="urn:microsoft.com/office/officeart/2005/8/layout/default"/>
    <dgm:cxn modelId="{2DABCD13-B055-470C-AC84-810FF6F06048}" type="presParOf" srcId="{8BAB7084-FD30-44D7-AB56-AA67F151D086}" destId="{BD8A5128-DCBB-49D4-854B-79E3C9CA2F23}" srcOrd="27" destOrd="0" presId="urn:microsoft.com/office/officeart/2005/8/layout/default"/>
    <dgm:cxn modelId="{152CE901-C9CF-4A2A-8CD5-47456ED91753}" type="presParOf" srcId="{8BAB7084-FD30-44D7-AB56-AA67F151D086}" destId="{1B7E77DC-CCD0-4203-8FD1-86EFE3510C5B}" srcOrd="28" destOrd="0" presId="urn:microsoft.com/office/officeart/2005/8/layout/default"/>
    <dgm:cxn modelId="{B03E3DAA-1613-4670-B27B-3FAC5F66CA1A}" type="presParOf" srcId="{8BAB7084-FD30-44D7-AB56-AA67F151D086}" destId="{E6033F8C-1830-421B-943A-AFCC439F2917}" srcOrd="29" destOrd="0" presId="urn:microsoft.com/office/officeart/2005/8/layout/default"/>
    <dgm:cxn modelId="{737E6EE2-EB9B-4D40-9990-1229943EA636}" type="presParOf" srcId="{8BAB7084-FD30-44D7-AB56-AA67F151D086}" destId="{FE0DFD9A-E39F-4673-BCAB-A87A13F2084A}" srcOrd="3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22F8E37-FD74-42C9-9142-F1224353E620}"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E9BF0D28-3CC7-4D7A-AD95-85B9877DBFA9}">
      <dgm:prSet>
        <dgm:style>
          <a:lnRef idx="2">
            <a:schemeClr val="dk1"/>
          </a:lnRef>
          <a:fillRef idx="1">
            <a:schemeClr val="lt1"/>
          </a:fillRef>
          <a:effectRef idx="0">
            <a:schemeClr val="dk1"/>
          </a:effectRef>
          <a:fontRef idx="minor">
            <a:schemeClr val="dk1"/>
          </a:fontRef>
        </dgm:style>
      </dgm:prSet>
      <dgm:spPr/>
      <dgm:t>
        <a:bodyPr/>
        <a:lstStyle/>
        <a:p>
          <a:r>
            <a:rPr lang="en-US" dirty="0"/>
            <a:t>Training loss </a:t>
          </a:r>
          <a:r>
            <a:rPr lang="en-US" b="1" dirty="0"/>
            <a:t>decreases steadily</a:t>
          </a:r>
          <a:r>
            <a:rPr lang="en-US" dirty="0"/>
            <a:t> across epochs, showing that the model is learning patterns from the training data.</a:t>
          </a:r>
        </a:p>
      </dgm:t>
    </dgm:pt>
    <dgm:pt modelId="{4E4F9408-4D9D-4CA3-9984-63180F4C32C1}" type="parTrans" cxnId="{61821A38-5FDA-4483-9202-535D6BB5673A}">
      <dgm:prSet/>
      <dgm:spPr/>
      <dgm:t>
        <a:bodyPr/>
        <a:lstStyle/>
        <a:p>
          <a:endParaRPr lang="en-US"/>
        </a:p>
      </dgm:t>
    </dgm:pt>
    <dgm:pt modelId="{64318632-9C8F-4221-BD5E-AA8BE81049C9}" type="sibTrans" cxnId="{61821A38-5FDA-4483-9202-535D6BB5673A}">
      <dgm:prSet/>
      <dgm:spPr/>
      <dgm:t>
        <a:bodyPr/>
        <a:lstStyle/>
        <a:p>
          <a:endParaRPr lang="en-US"/>
        </a:p>
      </dgm:t>
    </dgm:pt>
    <dgm:pt modelId="{BB283494-C392-4F56-99E7-0B02F1171166}">
      <dgm:prSet/>
      <dgm:spPr/>
      <dgm:t>
        <a:bodyPr/>
        <a:lstStyle/>
        <a:p>
          <a:r>
            <a:rPr lang="en-US" dirty="0"/>
            <a:t>Validation loss is </a:t>
          </a:r>
          <a:r>
            <a:rPr lang="en-US" b="1" dirty="0"/>
            <a:t>higher than training loss</a:t>
          </a:r>
          <a:r>
            <a:rPr lang="en-US" dirty="0"/>
            <a:t> and shows </a:t>
          </a:r>
          <a:r>
            <a:rPr lang="en-US" b="1" dirty="0"/>
            <a:t>small fluctuations</a:t>
          </a:r>
          <a:r>
            <a:rPr lang="en-US" dirty="0"/>
            <a:t> after some point, which indicates </a:t>
          </a:r>
          <a:r>
            <a:rPr lang="en-US" b="1" dirty="0"/>
            <a:t>mild overfitting</a:t>
          </a:r>
          <a:r>
            <a:rPr lang="en-US" dirty="0"/>
            <a:t> but still stable learning.</a:t>
          </a:r>
        </a:p>
      </dgm:t>
    </dgm:pt>
    <dgm:pt modelId="{49F657E9-BFF7-41BF-82B2-A233F6CF93FE}" type="parTrans" cxnId="{371225A6-06A9-450D-B4AC-8E58418EDDF0}">
      <dgm:prSet/>
      <dgm:spPr/>
      <dgm:t>
        <a:bodyPr/>
        <a:lstStyle/>
        <a:p>
          <a:endParaRPr lang="en-US"/>
        </a:p>
      </dgm:t>
    </dgm:pt>
    <dgm:pt modelId="{EC3416D0-426B-4FFC-8B96-3F315A49FBBD}" type="sibTrans" cxnId="{371225A6-06A9-450D-B4AC-8E58418EDDF0}">
      <dgm:prSet/>
      <dgm:spPr/>
      <dgm:t>
        <a:bodyPr/>
        <a:lstStyle/>
        <a:p>
          <a:endParaRPr lang="en-US"/>
        </a:p>
      </dgm:t>
    </dgm:pt>
    <dgm:pt modelId="{F34CCED4-0EE9-41E9-9E28-6B4B82128F7F}">
      <dgm:prSet/>
      <dgm:spPr/>
      <dgm:t>
        <a:bodyPr/>
        <a:lstStyle/>
        <a:p>
          <a:r>
            <a:rPr lang="en-US" dirty="0"/>
            <a:t>At the beginning, both training and validation accuracy are </a:t>
          </a:r>
          <a:r>
            <a:rPr lang="en-US" b="1" dirty="0"/>
            <a:t>low</a:t>
          </a:r>
          <a:r>
            <a:rPr lang="en-US" dirty="0"/>
            <a:t>, close to random.</a:t>
          </a:r>
        </a:p>
      </dgm:t>
    </dgm:pt>
    <dgm:pt modelId="{E90BDB23-2AEB-49F2-A6EE-5E539D93E601}" type="parTrans" cxnId="{4F15918D-8F47-4D25-A354-4E66E264A478}">
      <dgm:prSet/>
      <dgm:spPr/>
      <dgm:t>
        <a:bodyPr/>
        <a:lstStyle/>
        <a:p>
          <a:endParaRPr lang="en-US"/>
        </a:p>
      </dgm:t>
    </dgm:pt>
    <dgm:pt modelId="{A3B30D1F-04FB-4ECE-87C5-C09334C59696}" type="sibTrans" cxnId="{4F15918D-8F47-4D25-A354-4E66E264A478}">
      <dgm:prSet/>
      <dgm:spPr/>
      <dgm:t>
        <a:bodyPr/>
        <a:lstStyle/>
        <a:p>
          <a:endParaRPr lang="en-US"/>
        </a:p>
      </dgm:t>
    </dgm:pt>
    <dgm:pt modelId="{70219797-1F5D-4918-ACD8-B6DFC537B62D}">
      <dgm:prSet/>
      <dgm:spPr/>
      <dgm:t>
        <a:bodyPr/>
        <a:lstStyle/>
        <a:p>
          <a:r>
            <a:rPr lang="en-US" dirty="0"/>
            <a:t>As epochs increase, </a:t>
          </a:r>
          <a:r>
            <a:rPr lang="en-US" b="1" dirty="0"/>
            <a:t>training accuracy keeps rising</a:t>
          </a:r>
          <a:r>
            <a:rPr lang="en-US" dirty="0"/>
            <a:t> and reaches around </a:t>
          </a:r>
          <a:r>
            <a:rPr lang="en-US" b="1" dirty="0"/>
            <a:t>60%</a:t>
          </a:r>
          <a:r>
            <a:rPr lang="en-US" dirty="0"/>
            <a:t>, while </a:t>
          </a:r>
          <a:r>
            <a:rPr lang="en-US" b="1" dirty="0"/>
            <a:t>validation accuracy increases and stabilizes around ~45–50%</a:t>
          </a:r>
          <a:r>
            <a:rPr lang="en-US" dirty="0"/>
            <a:t>.</a:t>
          </a:r>
        </a:p>
      </dgm:t>
    </dgm:pt>
    <dgm:pt modelId="{8913B750-2741-4F04-99EF-8C1C86D37E7B}" type="parTrans" cxnId="{0911D793-13CB-468D-8B19-B8A199B093DF}">
      <dgm:prSet/>
      <dgm:spPr/>
      <dgm:t>
        <a:bodyPr/>
        <a:lstStyle/>
        <a:p>
          <a:endParaRPr lang="en-US"/>
        </a:p>
      </dgm:t>
    </dgm:pt>
    <dgm:pt modelId="{47167CB7-B6BC-4D4A-810F-90BC56935B77}" type="sibTrans" cxnId="{0911D793-13CB-468D-8B19-B8A199B093DF}">
      <dgm:prSet/>
      <dgm:spPr/>
      <dgm:t>
        <a:bodyPr/>
        <a:lstStyle/>
        <a:p>
          <a:endParaRPr lang="en-US"/>
        </a:p>
      </dgm:t>
    </dgm:pt>
    <dgm:pt modelId="{4B53C4EE-6E30-4C3B-8D2B-BB99884F98C4}">
      <dgm:prSet/>
      <dgm:spPr/>
      <dgm:t>
        <a:bodyPr/>
        <a:lstStyle/>
        <a:p>
          <a:r>
            <a:rPr lang="en-US" dirty="0"/>
            <a:t>After a certain number of epochs, validation accuracy </a:t>
          </a:r>
          <a:r>
            <a:rPr lang="en-US" b="1" dirty="0"/>
            <a:t>does not improve much</a:t>
          </a:r>
          <a:r>
            <a:rPr lang="en-US" dirty="0"/>
            <a:t>, meaning the model has reached its current capacity with this data and setup.</a:t>
          </a:r>
        </a:p>
      </dgm:t>
    </dgm:pt>
    <dgm:pt modelId="{4DF1BCA0-F17B-40C5-8200-38AAE7BE90E6}" type="parTrans" cxnId="{AA17DC24-3447-41EE-A133-14FCA7063079}">
      <dgm:prSet/>
      <dgm:spPr/>
      <dgm:t>
        <a:bodyPr/>
        <a:lstStyle/>
        <a:p>
          <a:endParaRPr lang="en-US"/>
        </a:p>
      </dgm:t>
    </dgm:pt>
    <dgm:pt modelId="{DE83A39A-D20D-4A7B-AC8F-0903C3F0D07C}" type="sibTrans" cxnId="{AA17DC24-3447-41EE-A133-14FCA7063079}">
      <dgm:prSet/>
      <dgm:spPr/>
      <dgm:t>
        <a:bodyPr/>
        <a:lstStyle/>
        <a:p>
          <a:endParaRPr lang="en-US"/>
        </a:p>
      </dgm:t>
    </dgm:pt>
    <dgm:pt modelId="{100880B2-CE90-4BAE-B561-22CC88119F84}">
      <dgm:prSet/>
      <dgm:spPr/>
      <dgm:t>
        <a:bodyPr/>
        <a:lstStyle/>
        <a:p>
          <a:r>
            <a:rPr lang="en-US" b="1"/>
            <a:t>Graph Analysis</a:t>
          </a:r>
          <a:endParaRPr lang="en-US"/>
        </a:p>
      </dgm:t>
    </dgm:pt>
    <dgm:pt modelId="{5C223674-30F8-4EF8-9AD0-CE514C000E9F}" type="parTrans" cxnId="{28D9571B-DD84-4B80-A8AE-613AE7C3EFE2}">
      <dgm:prSet/>
      <dgm:spPr/>
      <dgm:t>
        <a:bodyPr/>
        <a:lstStyle/>
        <a:p>
          <a:endParaRPr lang="en-US"/>
        </a:p>
      </dgm:t>
    </dgm:pt>
    <dgm:pt modelId="{D2E4DE31-4F90-45B5-846C-CB36E83ACB0E}" type="sibTrans" cxnId="{28D9571B-DD84-4B80-A8AE-613AE7C3EFE2}">
      <dgm:prSet/>
      <dgm:spPr/>
      <dgm:t>
        <a:bodyPr/>
        <a:lstStyle/>
        <a:p>
          <a:endParaRPr lang="en-US"/>
        </a:p>
      </dgm:t>
    </dgm:pt>
    <dgm:pt modelId="{0072AF05-4EBC-4E42-8D94-7199E4110C17}">
      <dgm:prSet/>
      <dgm:spPr/>
      <dgm:t>
        <a:bodyPr/>
        <a:lstStyle/>
        <a:p>
          <a:r>
            <a:rPr lang="en-US" dirty="0"/>
            <a:t>The curves show that the model is </a:t>
          </a:r>
          <a:r>
            <a:rPr lang="en-US" b="1" dirty="0"/>
            <a:t>well-fitted to the training data</a:t>
          </a:r>
          <a:r>
            <a:rPr lang="en-US" dirty="0"/>
            <a:t>, but its </a:t>
          </a:r>
          <a:r>
            <a:rPr lang="en-US" b="1" dirty="0"/>
            <a:t>generalization on unseen data is limited</a:t>
          </a:r>
          <a:r>
            <a:rPr lang="en-US" dirty="0"/>
            <a:t> because of the </a:t>
          </a:r>
          <a:r>
            <a:rPr lang="en-US" b="1" dirty="0"/>
            <a:t>small dataset size and lightweight architecture</a:t>
          </a:r>
          <a:r>
            <a:rPr lang="en-US" dirty="0"/>
            <a:t>.</a:t>
          </a:r>
        </a:p>
      </dgm:t>
    </dgm:pt>
    <dgm:pt modelId="{128DE06B-87C7-40A6-93F8-412FFBDEB31D}" type="parTrans" cxnId="{BA3D23D7-964F-4923-AEBE-A0B2CC9B9E05}">
      <dgm:prSet/>
      <dgm:spPr/>
      <dgm:t>
        <a:bodyPr/>
        <a:lstStyle/>
        <a:p>
          <a:endParaRPr lang="en-US"/>
        </a:p>
      </dgm:t>
    </dgm:pt>
    <dgm:pt modelId="{E1CCB0A0-E07E-48A5-90C5-FE25170E9478}" type="sibTrans" cxnId="{BA3D23D7-964F-4923-AEBE-A0B2CC9B9E05}">
      <dgm:prSet/>
      <dgm:spPr/>
      <dgm:t>
        <a:bodyPr/>
        <a:lstStyle/>
        <a:p>
          <a:endParaRPr lang="en-US"/>
        </a:p>
      </dgm:t>
    </dgm:pt>
    <dgm:pt modelId="{B058858B-8814-4DC8-83F1-489B168FA457}">
      <dgm:prSet/>
      <dgm:spPr/>
      <dgm:t>
        <a:bodyPr/>
        <a:lstStyle/>
        <a:p>
          <a:r>
            <a:rPr lang="en-US"/>
            <a:t>Performance could be improved by </a:t>
          </a:r>
          <a:r>
            <a:rPr lang="en-US" b="1"/>
            <a:t>more data</a:t>
          </a:r>
          <a:r>
            <a:rPr lang="en-US"/>
            <a:t>, </a:t>
          </a:r>
          <a:r>
            <a:rPr lang="en-US" b="1"/>
            <a:t>stronger regularization</a:t>
          </a:r>
          <a:r>
            <a:rPr lang="en-US"/>
            <a:t>, or </a:t>
          </a:r>
          <a:r>
            <a:rPr lang="en-US" b="1"/>
            <a:t>further tuning</a:t>
          </a:r>
          <a:r>
            <a:rPr lang="en-US"/>
            <a:t> of hyperparameters (e.g., learning rate, augmentation strength, extra dropout).</a:t>
          </a:r>
        </a:p>
      </dgm:t>
    </dgm:pt>
    <dgm:pt modelId="{A2EF99CC-465E-4C82-844C-42D22F71090B}" type="parTrans" cxnId="{58B0F9DB-A02F-4493-B71F-06CC8A9B59CA}">
      <dgm:prSet/>
      <dgm:spPr/>
      <dgm:t>
        <a:bodyPr/>
        <a:lstStyle/>
        <a:p>
          <a:endParaRPr lang="en-US"/>
        </a:p>
      </dgm:t>
    </dgm:pt>
    <dgm:pt modelId="{F02C3F94-52E3-4992-B8F1-B59A6BEC6849}" type="sibTrans" cxnId="{58B0F9DB-A02F-4493-B71F-06CC8A9B59CA}">
      <dgm:prSet/>
      <dgm:spPr/>
      <dgm:t>
        <a:bodyPr/>
        <a:lstStyle/>
        <a:p>
          <a:endParaRPr lang="en-US"/>
        </a:p>
      </dgm:t>
    </dgm:pt>
    <dgm:pt modelId="{4465F844-F188-4270-AE3D-2DB94DAAAE94}">
      <dgm:prSet/>
      <dgm:spPr/>
      <dgm:t>
        <a:bodyPr/>
        <a:lstStyle/>
        <a:p>
          <a:r>
            <a:rPr lang="en-US" dirty="0"/>
            <a:t>The </a:t>
          </a:r>
          <a:r>
            <a:rPr lang="en-US" b="1" dirty="0"/>
            <a:t>loss and accuracy graphs</a:t>
          </a:r>
          <a:r>
            <a:rPr lang="en-US" dirty="0"/>
            <a:t> are generated in our training code using </a:t>
          </a:r>
          <a:r>
            <a:rPr lang="en-US" b="1" dirty="0"/>
            <a:t>Matplotlib</a:t>
          </a:r>
          <a:r>
            <a:rPr lang="en-US" dirty="0"/>
            <a:t> and saved as an image (e.g., training_metrics.png) and then added to the PPT.</a:t>
          </a:r>
        </a:p>
      </dgm:t>
    </dgm:pt>
    <dgm:pt modelId="{D18AC122-1F79-4B6A-AA25-016958053F44}" type="parTrans" cxnId="{8483ED15-F8C2-4BDB-AC7D-9C4ED273036F}">
      <dgm:prSet/>
      <dgm:spPr/>
      <dgm:t>
        <a:bodyPr/>
        <a:lstStyle/>
        <a:p>
          <a:endParaRPr lang="en-US"/>
        </a:p>
      </dgm:t>
    </dgm:pt>
    <dgm:pt modelId="{EF95B5E8-21AE-41D7-8ED5-F86861815D2C}" type="sibTrans" cxnId="{8483ED15-F8C2-4BDB-AC7D-9C4ED273036F}">
      <dgm:prSet/>
      <dgm:spPr/>
      <dgm:t>
        <a:bodyPr/>
        <a:lstStyle/>
        <a:p>
          <a:endParaRPr lang="en-US"/>
        </a:p>
      </dgm:t>
    </dgm:pt>
    <dgm:pt modelId="{25CEED34-44CC-49E6-82F6-C8036803C61A}" type="pres">
      <dgm:prSet presAssocID="{C22F8E37-FD74-42C9-9142-F1224353E620}" presName="Name0" presStyleCnt="0">
        <dgm:presLayoutVars>
          <dgm:dir/>
          <dgm:resizeHandles val="exact"/>
        </dgm:presLayoutVars>
      </dgm:prSet>
      <dgm:spPr/>
    </dgm:pt>
    <dgm:pt modelId="{A1FDBF41-3A5D-44F4-BCB2-60F518861827}" type="pres">
      <dgm:prSet presAssocID="{E9BF0D28-3CC7-4D7A-AD95-85B9877DBFA9}" presName="node" presStyleLbl="node1" presStyleIdx="0" presStyleCnt="9" custScaleX="109454" custScaleY="125351">
        <dgm:presLayoutVars>
          <dgm:bulletEnabled val="1"/>
        </dgm:presLayoutVars>
      </dgm:prSet>
      <dgm:spPr/>
    </dgm:pt>
    <dgm:pt modelId="{B8ECF36D-1363-492E-B377-64FC0BDA3CED}" type="pres">
      <dgm:prSet presAssocID="{64318632-9C8F-4221-BD5E-AA8BE81049C9}" presName="sibTrans" presStyleLbl="sibTrans1D1" presStyleIdx="0" presStyleCnt="8"/>
      <dgm:spPr/>
    </dgm:pt>
    <dgm:pt modelId="{DD4A9ED4-D86C-41C9-BF3B-1797B85E589A}" type="pres">
      <dgm:prSet presAssocID="{64318632-9C8F-4221-BD5E-AA8BE81049C9}" presName="connectorText" presStyleLbl="sibTrans1D1" presStyleIdx="0" presStyleCnt="8"/>
      <dgm:spPr/>
    </dgm:pt>
    <dgm:pt modelId="{EB062DD1-821A-4957-BD48-9A8AA1C0E2DD}" type="pres">
      <dgm:prSet presAssocID="{BB283494-C392-4F56-99E7-0B02F1171166}" presName="node" presStyleLbl="node1" presStyleIdx="1" presStyleCnt="9" custScaleX="120965" custScaleY="135710">
        <dgm:presLayoutVars>
          <dgm:bulletEnabled val="1"/>
        </dgm:presLayoutVars>
      </dgm:prSet>
      <dgm:spPr/>
    </dgm:pt>
    <dgm:pt modelId="{1B249A84-6221-45B5-A987-E07DD7DB1117}" type="pres">
      <dgm:prSet presAssocID="{EC3416D0-426B-4FFC-8B96-3F315A49FBBD}" presName="sibTrans" presStyleLbl="sibTrans1D1" presStyleIdx="1" presStyleCnt="8"/>
      <dgm:spPr/>
    </dgm:pt>
    <dgm:pt modelId="{F2F4BE18-457F-4ECA-9FB3-82385F61AD55}" type="pres">
      <dgm:prSet presAssocID="{EC3416D0-426B-4FFC-8B96-3F315A49FBBD}" presName="connectorText" presStyleLbl="sibTrans1D1" presStyleIdx="1" presStyleCnt="8"/>
      <dgm:spPr/>
    </dgm:pt>
    <dgm:pt modelId="{FDECEA8D-2966-4714-8EAC-4BE4C0F97455}" type="pres">
      <dgm:prSet presAssocID="{F34CCED4-0EE9-41E9-9E28-6B4B82128F7F}" presName="node" presStyleLbl="node1" presStyleIdx="2" presStyleCnt="9" custScaleX="117643" custScaleY="106582">
        <dgm:presLayoutVars>
          <dgm:bulletEnabled val="1"/>
        </dgm:presLayoutVars>
      </dgm:prSet>
      <dgm:spPr/>
    </dgm:pt>
    <dgm:pt modelId="{D82B8BCB-392A-4DA8-B2FB-98301616CC7D}" type="pres">
      <dgm:prSet presAssocID="{A3B30D1F-04FB-4ECE-87C5-C09334C59696}" presName="sibTrans" presStyleLbl="sibTrans1D1" presStyleIdx="2" presStyleCnt="8"/>
      <dgm:spPr/>
    </dgm:pt>
    <dgm:pt modelId="{4EFCBAEF-E246-43DE-90D4-AF2CB5452F61}" type="pres">
      <dgm:prSet presAssocID="{A3B30D1F-04FB-4ECE-87C5-C09334C59696}" presName="connectorText" presStyleLbl="sibTrans1D1" presStyleIdx="2" presStyleCnt="8"/>
      <dgm:spPr/>
    </dgm:pt>
    <dgm:pt modelId="{B7EE419F-E932-4C06-BFCC-266FB7F4CF60}" type="pres">
      <dgm:prSet presAssocID="{70219797-1F5D-4918-ACD8-B6DFC537B62D}" presName="node" presStyleLbl="node1" presStyleIdx="3" presStyleCnt="9" custScaleX="128132" custScaleY="135589">
        <dgm:presLayoutVars>
          <dgm:bulletEnabled val="1"/>
        </dgm:presLayoutVars>
      </dgm:prSet>
      <dgm:spPr/>
    </dgm:pt>
    <dgm:pt modelId="{37409534-AE44-495A-847B-3DB882BC9854}" type="pres">
      <dgm:prSet presAssocID="{47167CB7-B6BC-4D4A-810F-90BC56935B77}" presName="sibTrans" presStyleLbl="sibTrans1D1" presStyleIdx="3" presStyleCnt="8"/>
      <dgm:spPr/>
    </dgm:pt>
    <dgm:pt modelId="{979644F0-DD22-409F-849E-6ED66B688E65}" type="pres">
      <dgm:prSet presAssocID="{47167CB7-B6BC-4D4A-810F-90BC56935B77}" presName="connectorText" presStyleLbl="sibTrans1D1" presStyleIdx="3" presStyleCnt="8"/>
      <dgm:spPr/>
    </dgm:pt>
    <dgm:pt modelId="{F829275E-4ADA-44F7-960D-52F570231363}" type="pres">
      <dgm:prSet presAssocID="{4B53C4EE-6E30-4C3B-8D2B-BB99884F98C4}" presName="node" presStyleLbl="node1" presStyleIdx="4" presStyleCnt="9" custScaleX="116586" custScaleY="123578">
        <dgm:presLayoutVars>
          <dgm:bulletEnabled val="1"/>
        </dgm:presLayoutVars>
      </dgm:prSet>
      <dgm:spPr/>
    </dgm:pt>
    <dgm:pt modelId="{5D505984-08CA-45DE-A078-20C2901BA628}" type="pres">
      <dgm:prSet presAssocID="{DE83A39A-D20D-4A7B-AC8F-0903C3F0D07C}" presName="sibTrans" presStyleLbl="sibTrans1D1" presStyleIdx="4" presStyleCnt="8"/>
      <dgm:spPr/>
    </dgm:pt>
    <dgm:pt modelId="{9FA265FF-8EF5-40C4-B00E-029B16B21739}" type="pres">
      <dgm:prSet presAssocID="{DE83A39A-D20D-4A7B-AC8F-0903C3F0D07C}" presName="connectorText" presStyleLbl="sibTrans1D1" presStyleIdx="4" presStyleCnt="8"/>
      <dgm:spPr/>
    </dgm:pt>
    <dgm:pt modelId="{54D58BF6-2434-490A-9E99-F081E70D181D}" type="pres">
      <dgm:prSet presAssocID="{100880B2-CE90-4BAE-B561-22CC88119F84}" presName="node" presStyleLbl="node1" presStyleIdx="5" presStyleCnt="9">
        <dgm:presLayoutVars>
          <dgm:bulletEnabled val="1"/>
        </dgm:presLayoutVars>
      </dgm:prSet>
      <dgm:spPr/>
    </dgm:pt>
    <dgm:pt modelId="{C01A1903-954C-475E-80B2-30EC728D612C}" type="pres">
      <dgm:prSet presAssocID="{D2E4DE31-4F90-45B5-846C-CB36E83ACB0E}" presName="sibTrans" presStyleLbl="sibTrans1D1" presStyleIdx="5" presStyleCnt="8"/>
      <dgm:spPr/>
    </dgm:pt>
    <dgm:pt modelId="{2E346BCB-3DE3-4753-BDD7-73A688D6C5E7}" type="pres">
      <dgm:prSet presAssocID="{D2E4DE31-4F90-45B5-846C-CB36E83ACB0E}" presName="connectorText" presStyleLbl="sibTrans1D1" presStyleIdx="5" presStyleCnt="8"/>
      <dgm:spPr/>
    </dgm:pt>
    <dgm:pt modelId="{82FFBFB2-CAF9-44CB-9096-B9466B90A3DE}" type="pres">
      <dgm:prSet presAssocID="{0072AF05-4EBC-4E42-8D94-7199E4110C17}" presName="node" presStyleLbl="node1" presStyleIdx="6" presStyleCnt="9" custScaleX="132361" custScaleY="128941">
        <dgm:presLayoutVars>
          <dgm:bulletEnabled val="1"/>
        </dgm:presLayoutVars>
      </dgm:prSet>
      <dgm:spPr/>
    </dgm:pt>
    <dgm:pt modelId="{4171C38B-7EC4-4243-A0A0-0688796F7B5E}" type="pres">
      <dgm:prSet presAssocID="{E1CCB0A0-E07E-48A5-90C5-FE25170E9478}" presName="sibTrans" presStyleLbl="sibTrans1D1" presStyleIdx="6" presStyleCnt="8"/>
      <dgm:spPr/>
    </dgm:pt>
    <dgm:pt modelId="{2EF886A5-BB6D-4B9B-9345-0D424F9D8655}" type="pres">
      <dgm:prSet presAssocID="{E1CCB0A0-E07E-48A5-90C5-FE25170E9478}" presName="connectorText" presStyleLbl="sibTrans1D1" presStyleIdx="6" presStyleCnt="8"/>
      <dgm:spPr/>
    </dgm:pt>
    <dgm:pt modelId="{07B07B80-BE91-4580-8DEB-77656D856342}" type="pres">
      <dgm:prSet presAssocID="{B058858B-8814-4DC8-83F1-489B168FA457}" presName="node" presStyleLbl="node1" presStyleIdx="7" presStyleCnt="9" custScaleX="121246" custScaleY="129471">
        <dgm:presLayoutVars>
          <dgm:bulletEnabled val="1"/>
        </dgm:presLayoutVars>
      </dgm:prSet>
      <dgm:spPr/>
    </dgm:pt>
    <dgm:pt modelId="{DC01FA6A-0421-4D7B-ABD5-AFF9336B49F4}" type="pres">
      <dgm:prSet presAssocID="{F02C3F94-52E3-4992-B8F1-B59A6BEC6849}" presName="sibTrans" presStyleLbl="sibTrans1D1" presStyleIdx="7" presStyleCnt="8"/>
      <dgm:spPr/>
    </dgm:pt>
    <dgm:pt modelId="{07D610DD-D463-4C31-9567-5512407CC169}" type="pres">
      <dgm:prSet presAssocID="{F02C3F94-52E3-4992-B8F1-B59A6BEC6849}" presName="connectorText" presStyleLbl="sibTrans1D1" presStyleIdx="7" presStyleCnt="8"/>
      <dgm:spPr/>
    </dgm:pt>
    <dgm:pt modelId="{33FDE155-2F53-42DA-96ED-A069553EE36E}" type="pres">
      <dgm:prSet presAssocID="{4465F844-F188-4270-AE3D-2DB94DAAAE94}" presName="node" presStyleLbl="node1" presStyleIdx="8" presStyleCnt="9" custScaleX="129196" custScaleY="161207">
        <dgm:presLayoutVars>
          <dgm:bulletEnabled val="1"/>
        </dgm:presLayoutVars>
      </dgm:prSet>
      <dgm:spPr/>
    </dgm:pt>
  </dgm:ptLst>
  <dgm:cxnLst>
    <dgm:cxn modelId="{21953F0A-C897-445E-969E-FC1AD433C95D}" type="presOf" srcId="{F02C3F94-52E3-4992-B8F1-B59A6BEC6849}" destId="{07D610DD-D463-4C31-9567-5512407CC169}" srcOrd="1" destOrd="0" presId="urn:microsoft.com/office/officeart/2016/7/layout/RepeatingBendingProcessNew"/>
    <dgm:cxn modelId="{8483ED15-F8C2-4BDB-AC7D-9C4ED273036F}" srcId="{C22F8E37-FD74-42C9-9142-F1224353E620}" destId="{4465F844-F188-4270-AE3D-2DB94DAAAE94}" srcOrd="8" destOrd="0" parTransId="{D18AC122-1F79-4B6A-AA25-016958053F44}" sibTransId="{EF95B5E8-21AE-41D7-8ED5-F86861815D2C}"/>
    <dgm:cxn modelId="{28D9571B-DD84-4B80-A8AE-613AE7C3EFE2}" srcId="{C22F8E37-FD74-42C9-9142-F1224353E620}" destId="{100880B2-CE90-4BAE-B561-22CC88119F84}" srcOrd="5" destOrd="0" parTransId="{5C223674-30F8-4EF8-9AD0-CE514C000E9F}" sibTransId="{D2E4DE31-4F90-45B5-846C-CB36E83ACB0E}"/>
    <dgm:cxn modelId="{120EAE1D-0B78-4C55-A6B3-25CAC5BF41F2}" type="presOf" srcId="{4B53C4EE-6E30-4C3B-8D2B-BB99884F98C4}" destId="{F829275E-4ADA-44F7-960D-52F570231363}" srcOrd="0" destOrd="0" presId="urn:microsoft.com/office/officeart/2016/7/layout/RepeatingBendingProcessNew"/>
    <dgm:cxn modelId="{AA17DC24-3447-41EE-A133-14FCA7063079}" srcId="{C22F8E37-FD74-42C9-9142-F1224353E620}" destId="{4B53C4EE-6E30-4C3B-8D2B-BB99884F98C4}" srcOrd="4" destOrd="0" parTransId="{4DF1BCA0-F17B-40C5-8200-38AAE7BE90E6}" sibTransId="{DE83A39A-D20D-4A7B-AC8F-0903C3F0D07C}"/>
    <dgm:cxn modelId="{D2779E2F-BF55-4346-821C-CAE1539D61EE}" type="presOf" srcId="{E1CCB0A0-E07E-48A5-90C5-FE25170E9478}" destId="{4171C38B-7EC4-4243-A0A0-0688796F7B5E}" srcOrd="0" destOrd="0" presId="urn:microsoft.com/office/officeart/2016/7/layout/RepeatingBendingProcessNew"/>
    <dgm:cxn modelId="{ED6A6C33-2D67-4358-83BA-153C2F8FAFA7}" type="presOf" srcId="{DE83A39A-D20D-4A7B-AC8F-0903C3F0D07C}" destId="{9FA265FF-8EF5-40C4-B00E-029B16B21739}" srcOrd="1" destOrd="0" presId="urn:microsoft.com/office/officeart/2016/7/layout/RepeatingBendingProcessNew"/>
    <dgm:cxn modelId="{61821A38-5FDA-4483-9202-535D6BB5673A}" srcId="{C22F8E37-FD74-42C9-9142-F1224353E620}" destId="{E9BF0D28-3CC7-4D7A-AD95-85B9877DBFA9}" srcOrd="0" destOrd="0" parTransId="{4E4F9408-4D9D-4CA3-9984-63180F4C32C1}" sibTransId="{64318632-9C8F-4221-BD5E-AA8BE81049C9}"/>
    <dgm:cxn modelId="{47C97A38-80D7-4038-8B5A-35E9BDD3F05A}" type="presOf" srcId="{F02C3F94-52E3-4992-B8F1-B59A6BEC6849}" destId="{DC01FA6A-0421-4D7B-ABD5-AFF9336B49F4}" srcOrd="0" destOrd="0" presId="urn:microsoft.com/office/officeart/2016/7/layout/RepeatingBendingProcessNew"/>
    <dgm:cxn modelId="{37D45B40-BE3A-4FFF-8D3A-31BBF4D11ACC}" type="presOf" srcId="{BB283494-C392-4F56-99E7-0B02F1171166}" destId="{EB062DD1-821A-4957-BD48-9A8AA1C0E2DD}" srcOrd="0" destOrd="0" presId="urn:microsoft.com/office/officeart/2016/7/layout/RepeatingBendingProcessNew"/>
    <dgm:cxn modelId="{57F67740-EA5A-42D9-BA62-B889DB36B418}" type="presOf" srcId="{EC3416D0-426B-4FFC-8B96-3F315A49FBBD}" destId="{F2F4BE18-457F-4ECA-9FB3-82385F61AD55}" srcOrd="1" destOrd="0" presId="urn:microsoft.com/office/officeart/2016/7/layout/RepeatingBendingProcessNew"/>
    <dgm:cxn modelId="{CE85405B-2D79-45B7-8268-FE0C43AC65FC}" type="presOf" srcId="{64318632-9C8F-4221-BD5E-AA8BE81049C9}" destId="{B8ECF36D-1363-492E-B377-64FC0BDA3CED}" srcOrd="0" destOrd="0" presId="urn:microsoft.com/office/officeart/2016/7/layout/RepeatingBendingProcessNew"/>
    <dgm:cxn modelId="{CC405945-D219-48BA-84A1-02DA0AF3CE7C}" type="presOf" srcId="{EC3416D0-426B-4FFC-8B96-3F315A49FBBD}" destId="{1B249A84-6221-45B5-A987-E07DD7DB1117}" srcOrd="0" destOrd="0" presId="urn:microsoft.com/office/officeart/2016/7/layout/RepeatingBendingProcessNew"/>
    <dgm:cxn modelId="{FCEB9B70-47FD-4BDF-BAC9-0DB21BD1ECCD}" type="presOf" srcId="{A3B30D1F-04FB-4ECE-87C5-C09334C59696}" destId="{D82B8BCB-392A-4DA8-B2FB-98301616CC7D}" srcOrd="0" destOrd="0" presId="urn:microsoft.com/office/officeart/2016/7/layout/RepeatingBendingProcessNew"/>
    <dgm:cxn modelId="{45226358-3EDE-4A37-B0A1-29613545FE64}" type="presOf" srcId="{0072AF05-4EBC-4E42-8D94-7199E4110C17}" destId="{82FFBFB2-CAF9-44CB-9096-B9466B90A3DE}" srcOrd="0" destOrd="0" presId="urn:microsoft.com/office/officeart/2016/7/layout/RepeatingBendingProcessNew"/>
    <dgm:cxn modelId="{2D9EF25A-8517-47CF-A7A3-3E23CD9E173C}" type="presOf" srcId="{A3B30D1F-04FB-4ECE-87C5-C09334C59696}" destId="{4EFCBAEF-E246-43DE-90D4-AF2CB5452F61}" srcOrd="1" destOrd="0" presId="urn:microsoft.com/office/officeart/2016/7/layout/RepeatingBendingProcessNew"/>
    <dgm:cxn modelId="{4F15918D-8F47-4D25-A354-4E66E264A478}" srcId="{C22F8E37-FD74-42C9-9142-F1224353E620}" destId="{F34CCED4-0EE9-41E9-9E28-6B4B82128F7F}" srcOrd="2" destOrd="0" parTransId="{E90BDB23-2AEB-49F2-A6EE-5E539D93E601}" sibTransId="{A3B30D1F-04FB-4ECE-87C5-C09334C59696}"/>
    <dgm:cxn modelId="{0911D793-13CB-468D-8B19-B8A199B093DF}" srcId="{C22F8E37-FD74-42C9-9142-F1224353E620}" destId="{70219797-1F5D-4918-ACD8-B6DFC537B62D}" srcOrd="3" destOrd="0" parTransId="{8913B750-2741-4F04-99EF-8C1C86D37E7B}" sibTransId="{47167CB7-B6BC-4D4A-810F-90BC56935B77}"/>
    <dgm:cxn modelId="{A6B65897-DD7B-42B1-A014-3B6910AFE2F0}" type="presOf" srcId="{F34CCED4-0EE9-41E9-9E28-6B4B82128F7F}" destId="{FDECEA8D-2966-4714-8EAC-4BE4C0F97455}" srcOrd="0" destOrd="0" presId="urn:microsoft.com/office/officeart/2016/7/layout/RepeatingBendingProcessNew"/>
    <dgm:cxn modelId="{19167F9D-D85A-4949-910E-24D102EF83CE}" type="presOf" srcId="{E1CCB0A0-E07E-48A5-90C5-FE25170E9478}" destId="{2EF886A5-BB6D-4B9B-9345-0D424F9D8655}" srcOrd="1" destOrd="0" presId="urn:microsoft.com/office/officeart/2016/7/layout/RepeatingBendingProcessNew"/>
    <dgm:cxn modelId="{7F374B9F-9E64-4A42-A5B7-65F810870312}" type="presOf" srcId="{70219797-1F5D-4918-ACD8-B6DFC537B62D}" destId="{B7EE419F-E932-4C06-BFCC-266FB7F4CF60}" srcOrd="0" destOrd="0" presId="urn:microsoft.com/office/officeart/2016/7/layout/RepeatingBendingProcessNew"/>
    <dgm:cxn modelId="{F91B1DA0-52F7-4DD9-B1E6-650344D3ECDA}" type="presOf" srcId="{E9BF0D28-3CC7-4D7A-AD95-85B9877DBFA9}" destId="{A1FDBF41-3A5D-44F4-BCB2-60F518861827}" srcOrd="0" destOrd="0" presId="urn:microsoft.com/office/officeart/2016/7/layout/RepeatingBendingProcessNew"/>
    <dgm:cxn modelId="{371225A6-06A9-450D-B4AC-8E58418EDDF0}" srcId="{C22F8E37-FD74-42C9-9142-F1224353E620}" destId="{BB283494-C392-4F56-99E7-0B02F1171166}" srcOrd="1" destOrd="0" parTransId="{49F657E9-BFF7-41BF-82B2-A233F6CF93FE}" sibTransId="{EC3416D0-426B-4FFC-8B96-3F315A49FBBD}"/>
    <dgm:cxn modelId="{E9CFC9A6-EE57-47A6-A603-BAEE6E5B66EE}" type="presOf" srcId="{DE83A39A-D20D-4A7B-AC8F-0903C3F0D07C}" destId="{5D505984-08CA-45DE-A078-20C2901BA628}" srcOrd="0" destOrd="0" presId="urn:microsoft.com/office/officeart/2016/7/layout/RepeatingBendingProcessNew"/>
    <dgm:cxn modelId="{6CF128A9-D2AD-44FE-8499-18375F6BEA9B}" type="presOf" srcId="{D2E4DE31-4F90-45B5-846C-CB36E83ACB0E}" destId="{2E346BCB-3DE3-4753-BDD7-73A688D6C5E7}" srcOrd="1" destOrd="0" presId="urn:microsoft.com/office/officeart/2016/7/layout/RepeatingBendingProcessNew"/>
    <dgm:cxn modelId="{97C203AB-A9F6-4DEC-8143-8EEA23806669}" type="presOf" srcId="{D2E4DE31-4F90-45B5-846C-CB36E83ACB0E}" destId="{C01A1903-954C-475E-80B2-30EC728D612C}" srcOrd="0" destOrd="0" presId="urn:microsoft.com/office/officeart/2016/7/layout/RepeatingBendingProcessNew"/>
    <dgm:cxn modelId="{3CF0DFB1-BFB3-4C8B-84D0-08B1DD030600}" type="presOf" srcId="{47167CB7-B6BC-4D4A-810F-90BC56935B77}" destId="{37409534-AE44-495A-847B-3DB882BC9854}" srcOrd="0" destOrd="0" presId="urn:microsoft.com/office/officeart/2016/7/layout/RepeatingBendingProcessNew"/>
    <dgm:cxn modelId="{E74657BF-CF7B-4C6E-8025-6EEC16FA61AA}" type="presOf" srcId="{47167CB7-B6BC-4D4A-810F-90BC56935B77}" destId="{979644F0-DD22-409F-849E-6ED66B688E65}" srcOrd="1" destOrd="0" presId="urn:microsoft.com/office/officeart/2016/7/layout/RepeatingBendingProcessNew"/>
    <dgm:cxn modelId="{BA3D23D7-964F-4923-AEBE-A0B2CC9B9E05}" srcId="{C22F8E37-FD74-42C9-9142-F1224353E620}" destId="{0072AF05-4EBC-4E42-8D94-7199E4110C17}" srcOrd="6" destOrd="0" parTransId="{128DE06B-87C7-40A6-93F8-412FFBDEB31D}" sibTransId="{E1CCB0A0-E07E-48A5-90C5-FE25170E9478}"/>
    <dgm:cxn modelId="{5AD960D7-B5B1-45EB-81BA-2E70181B2166}" type="presOf" srcId="{64318632-9C8F-4221-BD5E-AA8BE81049C9}" destId="{DD4A9ED4-D86C-41C9-BF3B-1797B85E589A}" srcOrd="1" destOrd="0" presId="urn:microsoft.com/office/officeart/2016/7/layout/RepeatingBendingProcessNew"/>
    <dgm:cxn modelId="{58B0F9DB-A02F-4493-B71F-06CC8A9B59CA}" srcId="{C22F8E37-FD74-42C9-9142-F1224353E620}" destId="{B058858B-8814-4DC8-83F1-489B168FA457}" srcOrd="7" destOrd="0" parTransId="{A2EF99CC-465E-4C82-844C-42D22F71090B}" sibTransId="{F02C3F94-52E3-4992-B8F1-B59A6BEC6849}"/>
    <dgm:cxn modelId="{9B9209DC-C683-4EBA-A2F1-D527AA024A89}" type="presOf" srcId="{4465F844-F188-4270-AE3D-2DB94DAAAE94}" destId="{33FDE155-2F53-42DA-96ED-A069553EE36E}" srcOrd="0" destOrd="0" presId="urn:microsoft.com/office/officeart/2016/7/layout/RepeatingBendingProcessNew"/>
    <dgm:cxn modelId="{40A693EC-E7FE-49AD-B8EB-34887778D82A}" type="presOf" srcId="{B058858B-8814-4DC8-83F1-489B168FA457}" destId="{07B07B80-BE91-4580-8DEB-77656D856342}" srcOrd="0" destOrd="0" presId="urn:microsoft.com/office/officeart/2016/7/layout/RepeatingBendingProcessNew"/>
    <dgm:cxn modelId="{3538F5EF-8D91-4685-BCCC-03A80A0AFD8D}" type="presOf" srcId="{100880B2-CE90-4BAE-B561-22CC88119F84}" destId="{54D58BF6-2434-490A-9E99-F081E70D181D}" srcOrd="0" destOrd="0" presId="urn:microsoft.com/office/officeart/2016/7/layout/RepeatingBendingProcessNew"/>
    <dgm:cxn modelId="{0306C8FA-E819-4BB3-93BC-B6794B3AA42A}" type="presOf" srcId="{C22F8E37-FD74-42C9-9142-F1224353E620}" destId="{25CEED34-44CC-49E6-82F6-C8036803C61A}" srcOrd="0" destOrd="0" presId="urn:microsoft.com/office/officeart/2016/7/layout/RepeatingBendingProcessNew"/>
    <dgm:cxn modelId="{E286CC10-3C21-4994-A245-92F36834A1F8}" type="presParOf" srcId="{25CEED34-44CC-49E6-82F6-C8036803C61A}" destId="{A1FDBF41-3A5D-44F4-BCB2-60F518861827}" srcOrd="0" destOrd="0" presId="urn:microsoft.com/office/officeart/2016/7/layout/RepeatingBendingProcessNew"/>
    <dgm:cxn modelId="{C0E8BE6C-C3C6-409F-AF85-4D1B88BBF3AE}" type="presParOf" srcId="{25CEED34-44CC-49E6-82F6-C8036803C61A}" destId="{B8ECF36D-1363-492E-B377-64FC0BDA3CED}" srcOrd="1" destOrd="0" presId="urn:microsoft.com/office/officeart/2016/7/layout/RepeatingBendingProcessNew"/>
    <dgm:cxn modelId="{B2E6D958-D276-40E9-8813-60107B63D29B}" type="presParOf" srcId="{B8ECF36D-1363-492E-B377-64FC0BDA3CED}" destId="{DD4A9ED4-D86C-41C9-BF3B-1797B85E589A}" srcOrd="0" destOrd="0" presId="urn:microsoft.com/office/officeart/2016/7/layout/RepeatingBendingProcessNew"/>
    <dgm:cxn modelId="{6C94A7DD-5610-4EBD-BBA9-88BCB35C1D61}" type="presParOf" srcId="{25CEED34-44CC-49E6-82F6-C8036803C61A}" destId="{EB062DD1-821A-4957-BD48-9A8AA1C0E2DD}" srcOrd="2" destOrd="0" presId="urn:microsoft.com/office/officeart/2016/7/layout/RepeatingBendingProcessNew"/>
    <dgm:cxn modelId="{55D03D18-9196-4C61-BBDF-474A2D26FAC1}" type="presParOf" srcId="{25CEED34-44CC-49E6-82F6-C8036803C61A}" destId="{1B249A84-6221-45B5-A987-E07DD7DB1117}" srcOrd="3" destOrd="0" presId="urn:microsoft.com/office/officeart/2016/7/layout/RepeatingBendingProcessNew"/>
    <dgm:cxn modelId="{F8244475-DFFB-4378-93AF-F90A75052A20}" type="presParOf" srcId="{1B249A84-6221-45B5-A987-E07DD7DB1117}" destId="{F2F4BE18-457F-4ECA-9FB3-82385F61AD55}" srcOrd="0" destOrd="0" presId="urn:microsoft.com/office/officeart/2016/7/layout/RepeatingBendingProcessNew"/>
    <dgm:cxn modelId="{ACCB8982-A989-4665-9148-FA7021F5229E}" type="presParOf" srcId="{25CEED34-44CC-49E6-82F6-C8036803C61A}" destId="{FDECEA8D-2966-4714-8EAC-4BE4C0F97455}" srcOrd="4" destOrd="0" presId="urn:microsoft.com/office/officeart/2016/7/layout/RepeatingBendingProcessNew"/>
    <dgm:cxn modelId="{675342BA-158D-4BAA-9230-E93C6703EE65}" type="presParOf" srcId="{25CEED34-44CC-49E6-82F6-C8036803C61A}" destId="{D82B8BCB-392A-4DA8-B2FB-98301616CC7D}" srcOrd="5" destOrd="0" presId="urn:microsoft.com/office/officeart/2016/7/layout/RepeatingBendingProcessNew"/>
    <dgm:cxn modelId="{62283139-6F5A-43F1-89B6-117AC6B5C170}" type="presParOf" srcId="{D82B8BCB-392A-4DA8-B2FB-98301616CC7D}" destId="{4EFCBAEF-E246-43DE-90D4-AF2CB5452F61}" srcOrd="0" destOrd="0" presId="urn:microsoft.com/office/officeart/2016/7/layout/RepeatingBendingProcessNew"/>
    <dgm:cxn modelId="{4F156149-BD16-405D-B143-A604AD851AC6}" type="presParOf" srcId="{25CEED34-44CC-49E6-82F6-C8036803C61A}" destId="{B7EE419F-E932-4C06-BFCC-266FB7F4CF60}" srcOrd="6" destOrd="0" presId="urn:microsoft.com/office/officeart/2016/7/layout/RepeatingBendingProcessNew"/>
    <dgm:cxn modelId="{FD70A340-9DBB-49F0-BEDF-77795926171D}" type="presParOf" srcId="{25CEED34-44CC-49E6-82F6-C8036803C61A}" destId="{37409534-AE44-495A-847B-3DB882BC9854}" srcOrd="7" destOrd="0" presId="urn:microsoft.com/office/officeart/2016/7/layout/RepeatingBendingProcessNew"/>
    <dgm:cxn modelId="{604EC267-93DA-4D8F-98A3-5F2939266C8E}" type="presParOf" srcId="{37409534-AE44-495A-847B-3DB882BC9854}" destId="{979644F0-DD22-409F-849E-6ED66B688E65}" srcOrd="0" destOrd="0" presId="urn:microsoft.com/office/officeart/2016/7/layout/RepeatingBendingProcessNew"/>
    <dgm:cxn modelId="{4F76C439-EE8B-4E25-8A00-ABDF92CAABAF}" type="presParOf" srcId="{25CEED34-44CC-49E6-82F6-C8036803C61A}" destId="{F829275E-4ADA-44F7-960D-52F570231363}" srcOrd="8" destOrd="0" presId="urn:microsoft.com/office/officeart/2016/7/layout/RepeatingBendingProcessNew"/>
    <dgm:cxn modelId="{FC362E54-5AD7-4C68-954E-2B062F62040B}" type="presParOf" srcId="{25CEED34-44CC-49E6-82F6-C8036803C61A}" destId="{5D505984-08CA-45DE-A078-20C2901BA628}" srcOrd="9" destOrd="0" presId="urn:microsoft.com/office/officeart/2016/7/layout/RepeatingBendingProcessNew"/>
    <dgm:cxn modelId="{79148FCF-C633-43D2-9602-AC8852FD7126}" type="presParOf" srcId="{5D505984-08CA-45DE-A078-20C2901BA628}" destId="{9FA265FF-8EF5-40C4-B00E-029B16B21739}" srcOrd="0" destOrd="0" presId="urn:microsoft.com/office/officeart/2016/7/layout/RepeatingBendingProcessNew"/>
    <dgm:cxn modelId="{73FC8A87-326C-4F60-8DF2-6C02AF3FCE64}" type="presParOf" srcId="{25CEED34-44CC-49E6-82F6-C8036803C61A}" destId="{54D58BF6-2434-490A-9E99-F081E70D181D}" srcOrd="10" destOrd="0" presId="urn:microsoft.com/office/officeart/2016/7/layout/RepeatingBendingProcessNew"/>
    <dgm:cxn modelId="{37841D2C-FE5B-4C00-AB2B-2C68BB28F59E}" type="presParOf" srcId="{25CEED34-44CC-49E6-82F6-C8036803C61A}" destId="{C01A1903-954C-475E-80B2-30EC728D612C}" srcOrd="11" destOrd="0" presId="urn:microsoft.com/office/officeart/2016/7/layout/RepeatingBendingProcessNew"/>
    <dgm:cxn modelId="{737821CC-02C5-4A12-BF58-923853719B98}" type="presParOf" srcId="{C01A1903-954C-475E-80B2-30EC728D612C}" destId="{2E346BCB-3DE3-4753-BDD7-73A688D6C5E7}" srcOrd="0" destOrd="0" presId="urn:microsoft.com/office/officeart/2016/7/layout/RepeatingBendingProcessNew"/>
    <dgm:cxn modelId="{C7254E34-D733-4236-8B39-895DD5BB53E1}" type="presParOf" srcId="{25CEED34-44CC-49E6-82F6-C8036803C61A}" destId="{82FFBFB2-CAF9-44CB-9096-B9466B90A3DE}" srcOrd="12" destOrd="0" presId="urn:microsoft.com/office/officeart/2016/7/layout/RepeatingBendingProcessNew"/>
    <dgm:cxn modelId="{082B96FD-49E1-4EDC-8899-A46F16C473E5}" type="presParOf" srcId="{25CEED34-44CC-49E6-82F6-C8036803C61A}" destId="{4171C38B-7EC4-4243-A0A0-0688796F7B5E}" srcOrd="13" destOrd="0" presId="urn:microsoft.com/office/officeart/2016/7/layout/RepeatingBendingProcessNew"/>
    <dgm:cxn modelId="{353032C9-218C-4369-83B9-9526CD8615E2}" type="presParOf" srcId="{4171C38B-7EC4-4243-A0A0-0688796F7B5E}" destId="{2EF886A5-BB6D-4B9B-9345-0D424F9D8655}" srcOrd="0" destOrd="0" presId="urn:microsoft.com/office/officeart/2016/7/layout/RepeatingBendingProcessNew"/>
    <dgm:cxn modelId="{2E790145-5B8D-481C-8B90-D6EABBCB6328}" type="presParOf" srcId="{25CEED34-44CC-49E6-82F6-C8036803C61A}" destId="{07B07B80-BE91-4580-8DEB-77656D856342}" srcOrd="14" destOrd="0" presId="urn:microsoft.com/office/officeart/2016/7/layout/RepeatingBendingProcessNew"/>
    <dgm:cxn modelId="{5314C574-262E-490B-9D33-6E84052DF2F0}" type="presParOf" srcId="{25CEED34-44CC-49E6-82F6-C8036803C61A}" destId="{DC01FA6A-0421-4D7B-ABD5-AFF9336B49F4}" srcOrd="15" destOrd="0" presId="urn:microsoft.com/office/officeart/2016/7/layout/RepeatingBendingProcessNew"/>
    <dgm:cxn modelId="{D47E4623-AD02-4227-9537-4E888C82D860}" type="presParOf" srcId="{DC01FA6A-0421-4D7B-ABD5-AFF9336B49F4}" destId="{07D610DD-D463-4C31-9567-5512407CC169}" srcOrd="0" destOrd="0" presId="urn:microsoft.com/office/officeart/2016/7/layout/RepeatingBendingProcessNew"/>
    <dgm:cxn modelId="{399D221F-3F4F-4E30-BAF3-4BA3956A3ACE}" type="presParOf" srcId="{25CEED34-44CC-49E6-82F6-C8036803C61A}" destId="{33FDE155-2F53-42DA-96ED-A069553EE36E}"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DABEB56-C618-42E2-A95D-4E20233BEEF6}" type="doc">
      <dgm:prSet loTypeId="urn:microsoft.com/office/officeart/2016/7/layout/HorizontalActionList" loCatId="List" qsTypeId="urn:microsoft.com/office/officeart/2005/8/quickstyle/simple1" qsCatId="simple" csTypeId="urn:microsoft.com/office/officeart/2005/8/colors/accent1_2" csCatId="accent1"/>
      <dgm:spPr/>
      <dgm:t>
        <a:bodyPr/>
        <a:lstStyle/>
        <a:p>
          <a:endParaRPr lang="en-US"/>
        </a:p>
      </dgm:t>
    </dgm:pt>
    <dgm:pt modelId="{4CFEB6B7-1D05-4A8D-86A3-432D11896A34}">
      <dgm:prSet/>
      <dgm:spPr/>
      <dgm:t>
        <a:bodyPr/>
        <a:lstStyle/>
        <a:p>
          <a:r>
            <a:rPr lang="en-US"/>
            <a:t>Try</a:t>
          </a:r>
        </a:p>
      </dgm:t>
    </dgm:pt>
    <dgm:pt modelId="{9EEB387B-0D33-4788-AF8E-706900ECB5E3}" type="parTrans" cxnId="{ED5DDA92-D00D-40C7-9ACF-5FB953B368C8}">
      <dgm:prSet/>
      <dgm:spPr/>
      <dgm:t>
        <a:bodyPr/>
        <a:lstStyle/>
        <a:p>
          <a:endParaRPr lang="en-US"/>
        </a:p>
      </dgm:t>
    </dgm:pt>
    <dgm:pt modelId="{88CA6D46-6C0B-4883-8BDE-4C5C07196488}" type="sibTrans" cxnId="{ED5DDA92-D00D-40C7-9ACF-5FB953B368C8}">
      <dgm:prSet/>
      <dgm:spPr/>
      <dgm:t>
        <a:bodyPr/>
        <a:lstStyle/>
        <a:p>
          <a:endParaRPr lang="en-US"/>
        </a:p>
      </dgm:t>
    </dgm:pt>
    <dgm:pt modelId="{7E256ACE-D9CE-4E7C-9810-57DCB0708C58}">
      <dgm:prSet/>
      <dgm:spPr/>
      <dgm:t>
        <a:bodyPr/>
        <a:lstStyle/>
        <a:p>
          <a:r>
            <a:rPr lang="en-US" dirty="0"/>
            <a:t>Try a slightly deeper / improved CNN while keeping it lightweight.</a:t>
          </a:r>
        </a:p>
      </dgm:t>
    </dgm:pt>
    <dgm:pt modelId="{47951386-35B3-45CC-85BD-A5F509D55137}" type="parTrans" cxnId="{1924597F-8394-4123-A824-96C135231C86}">
      <dgm:prSet/>
      <dgm:spPr/>
      <dgm:t>
        <a:bodyPr/>
        <a:lstStyle/>
        <a:p>
          <a:endParaRPr lang="en-US"/>
        </a:p>
      </dgm:t>
    </dgm:pt>
    <dgm:pt modelId="{D670266E-5A73-4DE2-A8F7-3E91CE0DB4CB}" type="sibTrans" cxnId="{1924597F-8394-4123-A824-96C135231C86}">
      <dgm:prSet/>
      <dgm:spPr/>
      <dgm:t>
        <a:bodyPr/>
        <a:lstStyle/>
        <a:p>
          <a:endParaRPr lang="en-US"/>
        </a:p>
      </dgm:t>
    </dgm:pt>
    <dgm:pt modelId="{AE12BDCE-D977-4319-9E5B-5B947C6BA3DF}">
      <dgm:prSet/>
      <dgm:spPr/>
      <dgm:t>
        <a:bodyPr/>
        <a:lstStyle/>
        <a:p>
          <a:r>
            <a:rPr lang="en-US"/>
            <a:t>Do</a:t>
          </a:r>
        </a:p>
      </dgm:t>
    </dgm:pt>
    <dgm:pt modelId="{DD028E1E-FBB3-48A6-A076-4724F1E5CED2}" type="parTrans" cxnId="{723137FC-13EF-4145-BB89-F77A7FF208B6}">
      <dgm:prSet/>
      <dgm:spPr/>
      <dgm:t>
        <a:bodyPr/>
        <a:lstStyle/>
        <a:p>
          <a:endParaRPr lang="en-US"/>
        </a:p>
      </dgm:t>
    </dgm:pt>
    <dgm:pt modelId="{04F7730B-507C-4910-9D06-69F29BD47309}" type="sibTrans" cxnId="{723137FC-13EF-4145-BB89-F77A7FF208B6}">
      <dgm:prSet/>
      <dgm:spPr/>
      <dgm:t>
        <a:bodyPr/>
        <a:lstStyle/>
        <a:p>
          <a:endParaRPr lang="en-US"/>
        </a:p>
      </dgm:t>
    </dgm:pt>
    <dgm:pt modelId="{AA01AEF6-FD09-44AD-832D-86C5FCF91959}">
      <dgm:prSet/>
      <dgm:spPr/>
      <dgm:t>
        <a:bodyPr/>
        <a:lstStyle/>
        <a:p>
          <a:r>
            <a:rPr lang="en-US"/>
            <a:t>Do more hyperparameter tuning (learning rate, dropout, augmentation).</a:t>
          </a:r>
        </a:p>
      </dgm:t>
    </dgm:pt>
    <dgm:pt modelId="{75AD915B-4818-4379-A31F-0AA4FF8F3EFB}" type="parTrans" cxnId="{74E6F876-2AAA-47C2-AABC-46EB57B28225}">
      <dgm:prSet/>
      <dgm:spPr/>
      <dgm:t>
        <a:bodyPr/>
        <a:lstStyle/>
        <a:p>
          <a:endParaRPr lang="en-US"/>
        </a:p>
      </dgm:t>
    </dgm:pt>
    <dgm:pt modelId="{E72D5C7D-44C0-466B-8A32-11E8E977540E}" type="sibTrans" cxnId="{74E6F876-2AAA-47C2-AABC-46EB57B28225}">
      <dgm:prSet/>
      <dgm:spPr/>
      <dgm:t>
        <a:bodyPr/>
        <a:lstStyle/>
        <a:p>
          <a:endParaRPr lang="en-US"/>
        </a:p>
      </dgm:t>
    </dgm:pt>
    <dgm:pt modelId="{DB44E05F-DDC9-44F3-BFAD-D7694A51F12A}">
      <dgm:prSet/>
      <dgm:spPr/>
      <dgm:t>
        <a:bodyPr/>
        <a:lstStyle/>
        <a:p>
          <a:r>
            <a:rPr lang="en-US"/>
            <a:t>Use</a:t>
          </a:r>
        </a:p>
      </dgm:t>
    </dgm:pt>
    <dgm:pt modelId="{51081931-FBC2-4960-A0DC-15A27D0A04AF}" type="parTrans" cxnId="{E05C9449-0B26-4DC8-88D1-A8474DD2EDDB}">
      <dgm:prSet/>
      <dgm:spPr/>
      <dgm:t>
        <a:bodyPr/>
        <a:lstStyle/>
        <a:p>
          <a:endParaRPr lang="en-US"/>
        </a:p>
      </dgm:t>
    </dgm:pt>
    <dgm:pt modelId="{105945B2-81CC-47F4-B0FA-C5C03D4F4F13}" type="sibTrans" cxnId="{E05C9449-0B26-4DC8-88D1-A8474DD2EDDB}">
      <dgm:prSet/>
      <dgm:spPr/>
      <dgm:t>
        <a:bodyPr/>
        <a:lstStyle/>
        <a:p>
          <a:endParaRPr lang="en-US"/>
        </a:p>
      </dgm:t>
    </dgm:pt>
    <dgm:pt modelId="{127B7432-4EAD-4222-A9EB-A8E247C483FE}">
      <dgm:prSet/>
      <dgm:spPr/>
      <dgm:t>
        <a:bodyPr/>
        <a:lstStyle/>
        <a:p>
          <a:r>
            <a:rPr lang="en-US"/>
            <a:t>Use a larger subset or full CIFAR-10 to reduce overfitting.</a:t>
          </a:r>
        </a:p>
      </dgm:t>
    </dgm:pt>
    <dgm:pt modelId="{523F4144-864C-4DE2-8978-EEEB91C14784}" type="parTrans" cxnId="{BD816E6C-2418-4D27-8FB5-EADDFCDDBFA9}">
      <dgm:prSet/>
      <dgm:spPr/>
      <dgm:t>
        <a:bodyPr/>
        <a:lstStyle/>
        <a:p>
          <a:endParaRPr lang="en-US"/>
        </a:p>
      </dgm:t>
    </dgm:pt>
    <dgm:pt modelId="{E98A8A1F-C9F4-4F5A-851B-F58BB3169898}" type="sibTrans" cxnId="{BD816E6C-2418-4D27-8FB5-EADDFCDDBFA9}">
      <dgm:prSet/>
      <dgm:spPr/>
      <dgm:t>
        <a:bodyPr/>
        <a:lstStyle/>
        <a:p>
          <a:endParaRPr lang="en-US"/>
        </a:p>
      </dgm:t>
    </dgm:pt>
    <dgm:pt modelId="{7EB40FEC-6A3E-46D4-A92A-E018BF8C58B4}">
      <dgm:prSet/>
      <dgm:spPr/>
      <dgm:t>
        <a:bodyPr/>
        <a:lstStyle/>
        <a:p>
          <a:r>
            <a:rPr lang="en-US"/>
            <a:t>Compare</a:t>
          </a:r>
        </a:p>
      </dgm:t>
    </dgm:pt>
    <dgm:pt modelId="{7D8208DC-F659-4B28-9D82-36AF77CEB2F6}" type="parTrans" cxnId="{8B42E470-359D-4234-B649-2CC5FA5DA591}">
      <dgm:prSet/>
      <dgm:spPr/>
      <dgm:t>
        <a:bodyPr/>
        <a:lstStyle/>
        <a:p>
          <a:endParaRPr lang="en-US"/>
        </a:p>
      </dgm:t>
    </dgm:pt>
    <dgm:pt modelId="{A0E3F33F-0DC7-432B-AD87-2FBF63756722}" type="sibTrans" cxnId="{8B42E470-359D-4234-B649-2CC5FA5DA591}">
      <dgm:prSet/>
      <dgm:spPr/>
      <dgm:t>
        <a:bodyPr/>
        <a:lstStyle/>
        <a:p>
          <a:endParaRPr lang="en-US"/>
        </a:p>
      </dgm:t>
    </dgm:pt>
    <dgm:pt modelId="{31505181-5419-488D-8F1B-88821ACEF1C7}">
      <dgm:prSet/>
      <dgm:spPr/>
      <dgm:t>
        <a:bodyPr/>
        <a:lstStyle/>
        <a:p>
          <a:r>
            <a:rPr lang="en-US"/>
            <a:t>Compare with other models as baselines in future.</a:t>
          </a:r>
        </a:p>
      </dgm:t>
    </dgm:pt>
    <dgm:pt modelId="{9B03104E-5D22-47EC-BAC0-0DCD9564EB14}" type="parTrans" cxnId="{E208436F-A142-4F31-B2AD-E5B46BE0217F}">
      <dgm:prSet/>
      <dgm:spPr/>
      <dgm:t>
        <a:bodyPr/>
        <a:lstStyle/>
        <a:p>
          <a:endParaRPr lang="en-US"/>
        </a:p>
      </dgm:t>
    </dgm:pt>
    <dgm:pt modelId="{DB1EF164-C7DD-4D30-830F-0A05B3851A52}" type="sibTrans" cxnId="{E208436F-A142-4F31-B2AD-E5B46BE0217F}">
      <dgm:prSet/>
      <dgm:spPr/>
      <dgm:t>
        <a:bodyPr/>
        <a:lstStyle/>
        <a:p>
          <a:endParaRPr lang="en-US"/>
        </a:p>
      </dgm:t>
    </dgm:pt>
    <dgm:pt modelId="{908F1810-5682-4942-AFFB-2E395268AD08}" type="pres">
      <dgm:prSet presAssocID="{9DABEB56-C618-42E2-A95D-4E20233BEEF6}" presName="Name0" presStyleCnt="0">
        <dgm:presLayoutVars>
          <dgm:dir/>
          <dgm:animLvl val="lvl"/>
          <dgm:resizeHandles val="exact"/>
        </dgm:presLayoutVars>
      </dgm:prSet>
      <dgm:spPr/>
    </dgm:pt>
    <dgm:pt modelId="{654D1779-DA16-4E87-83CA-C7BCB97356D6}" type="pres">
      <dgm:prSet presAssocID="{4CFEB6B7-1D05-4A8D-86A3-432D11896A34}" presName="composite" presStyleCnt="0"/>
      <dgm:spPr/>
    </dgm:pt>
    <dgm:pt modelId="{45E34BA9-D504-4265-9B54-4E315B8328B3}" type="pres">
      <dgm:prSet presAssocID="{4CFEB6B7-1D05-4A8D-86A3-432D11896A34}" presName="parTx" presStyleLbl="alignNode1" presStyleIdx="0" presStyleCnt="4">
        <dgm:presLayoutVars>
          <dgm:chMax val="0"/>
          <dgm:chPref val="0"/>
        </dgm:presLayoutVars>
      </dgm:prSet>
      <dgm:spPr/>
    </dgm:pt>
    <dgm:pt modelId="{84DF03A5-73E5-49E6-8282-61DBE65DA6C2}" type="pres">
      <dgm:prSet presAssocID="{4CFEB6B7-1D05-4A8D-86A3-432D11896A34}" presName="desTx" presStyleLbl="alignAccFollowNode1" presStyleIdx="0" presStyleCnt="4">
        <dgm:presLayoutVars/>
      </dgm:prSet>
      <dgm:spPr/>
    </dgm:pt>
    <dgm:pt modelId="{AAD9990A-BB92-4EC0-A976-8FF9A58D1B26}" type="pres">
      <dgm:prSet presAssocID="{88CA6D46-6C0B-4883-8BDE-4C5C07196488}" presName="space" presStyleCnt="0"/>
      <dgm:spPr/>
    </dgm:pt>
    <dgm:pt modelId="{9068EAF8-ED91-4020-828F-52FB3A91680F}" type="pres">
      <dgm:prSet presAssocID="{AE12BDCE-D977-4319-9E5B-5B947C6BA3DF}" presName="composite" presStyleCnt="0"/>
      <dgm:spPr/>
    </dgm:pt>
    <dgm:pt modelId="{B88004C6-F4EA-4DD1-907F-06CE2DD68D2A}" type="pres">
      <dgm:prSet presAssocID="{AE12BDCE-D977-4319-9E5B-5B947C6BA3DF}" presName="parTx" presStyleLbl="alignNode1" presStyleIdx="1" presStyleCnt="4">
        <dgm:presLayoutVars>
          <dgm:chMax val="0"/>
          <dgm:chPref val="0"/>
        </dgm:presLayoutVars>
      </dgm:prSet>
      <dgm:spPr/>
    </dgm:pt>
    <dgm:pt modelId="{DEB7FFCD-0D16-498C-B075-1BA6E02FA3A3}" type="pres">
      <dgm:prSet presAssocID="{AE12BDCE-D977-4319-9E5B-5B947C6BA3DF}" presName="desTx" presStyleLbl="alignAccFollowNode1" presStyleIdx="1" presStyleCnt="4">
        <dgm:presLayoutVars/>
      </dgm:prSet>
      <dgm:spPr/>
    </dgm:pt>
    <dgm:pt modelId="{F3B2195C-0D64-4F96-A668-431164CCD32F}" type="pres">
      <dgm:prSet presAssocID="{04F7730B-507C-4910-9D06-69F29BD47309}" presName="space" presStyleCnt="0"/>
      <dgm:spPr/>
    </dgm:pt>
    <dgm:pt modelId="{90AA4F7D-2C29-4698-BC6F-4E6813F8A6F5}" type="pres">
      <dgm:prSet presAssocID="{DB44E05F-DDC9-44F3-BFAD-D7694A51F12A}" presName="composite" presStyleCnt="0"/>
      <dgm:spPr/>
    </dgm:pt>
    <dgm:pt modelId="{A9291230-627A-4B69-AC6D-B94CFEC91C6C}" type="pres">
      <dgm:prSet presAssocID="{DB44E05F-DDC9-44F3-BFAD-D7694A51F12A}" presName="parTx" presStyleLbl="alignNode1" presStyleIdx="2" presStyleCnt="4">
        <dgm:presLayoutVars>
          <dgm:chMax val="0"/>
          <dgm:chPref val="0"/>
        </dgm:presLayoutVars>
      </dgm:prSet>
      <dgm:spPr/>
    </dgm:pt>
    <dgm:pt modelId="{8B88626A-6AE4-4A95-8569-D18DA3AA3C11}" type="pres">
      <dgm:prSet presAssocID="{DB44E05F-DDC9-44F3-BFAD-D7694A51F12A}" presName="desTx" presStyleLbl="alignAccFollowNode1" presStyleIdx="2" presStyleCnt="4">
        <dgm:presLayoutVars/>
      </dgm:prSet>
      <dgm:spPr/>
    </dgm:pt>
    <dgm:pt modelId="{D5E4726A-7FCE-4B33-B552-CB80833D20FC}" type="pres">
      <dgm:prSet presAssocID="{105945B2-81CC-47F4-B0FA-C5C03D4F4F13}" presName="space" presStyleCnt="0"/>
      <dgm:spPr/>
    </dgm:pt>
    <dgm:pt modelId="{DED83EE2-82BC-4827-969B-392FEB4EF650}" type="pres">
      <dgm:prSet presAssocID="{7EB40FEC-6A3E-46D4-A92A-E018BF8C58B4}" presName="composite" presStyleCnt="0"/>
      <dgm:spPr/>
    </dgm:pt>
    <dgm:pt modelId="{8FC2FC07-EA70-4631-885E-8B1EAD770B2D}" type="pres">
      <dgm:prSet presAssocID="{7EB40FEC-6A3E-46D4-A92A-E018BF8C58B4}" presName="parTx" presStyleLbl="alignNode1" presStyleIdx="3" presStyleCnt="4">
        <dgm:presLayoutVars>
          <dgm:chMax val="0"/>
          <dgm:chPref val="0"/>
        </dgm:presLayoutVars>
      </dgm:prSet>
      <dgm:spPr/>
    </dgm:pt>
    <dgm:pt modelId="{88765DC7-90E3-4644-8D67-3745ACBCD8DD}" type="pres">
      <dgm:prSet presAssocID="{7EB40FEC-6A3E-46D4-A92A-E018BF8C58B4}" presName="desTx" presStyleLbl="alignAccFollowNode1" presStyleIdx="3" presStyleCnt="4">
        <dgm:presLayoutVars/>
      </dgm:prSet>
      <dgm:spPr/>
    </dgm:pt>
  </dgm:ptLst>
  <dgm:cxnLst>
    <dgm:cxn modelId="{37CCAA02-612A-4ED1-B687-6E38B40D8D88}" type="presOf" srcId="{AE12BDCE-D977-4319-9E5B-5B947C6BA3DF}" destId="{B88004C6-F4EA-4DD1-907F-06CE2DD68D2A}" srcOrd="0" destOrd="0" presId="urn:microsoft.com/office/officeart/2016/7/layout/HorizontalActionList"/>
    <dgm:cxn modelId="{25DCFB33-F260-448A-A0F1-8BD0EB5C5C5A}" type="presOf" srcId="{7E256ACE-D9CE-4E7C-9810-57DCB0708C58}" destId="{84DF03A5-73E5-49E6-8282-61DBE65DA6C2}" srcOrd="0" destOrd="0" presId="urn:microsoft.com/office/officeart/2016/7/layout/HorizontalActionList"/>
    <dgm:cxn modelId="{1AAE1448-521D-454C-87E1-9858951FD569}" type="presOf" srcId="{7EB40FEC-6A3E-46D4-A92A-E018BF8C58B4}" destId="{8FC2FC07-EA70-4631-885E-8B1EAD770B2D}" srcOrd="0" destOrd="0" presId="urn:microsoft.com/office/officeart/2016/7/layout/HorizontalActionList"/>
    <dgm:cxn modelId="{E05C9449-0B26-4DC8-88D1-A8474DD2EDDB}" srcId="{9DABEB56-C618-42E2-A95D-4E20233BEEF6}" destId="{DB44E05F-DDC9-44F3-BFAD-D7694A51F12A}" srcOrd="2" destOrd="0" parTransId="{51081931-FBC2-4960-A0DC-15A27D0A04AF}" sibTransId="{105945B2-81CC-47F4-B0FA-C5C03D4F4F13}"/>
    <dgm:cxn modelId="{BD816E6C-2418-4D27-8FB5-EADDFCDDBFA9}" srcId="{DB44E05F-DDC9-44F3-BFAD-D7694A51F12A}" destId="{127B7432-4EAD-4222-A9EB-A8E247C483FE}" srcOrd="0" destOrd="0" parTransId="{523F4144-864C-4DE2-8978-EEEB91C14784}" sibTransId="{E98A8A1F-C9F4-4F5A-851B-F58BB3169898}"/>
    <dgm:cxn modelId="{E208436F-A142-4F31-B2AD-E5B46BE0217F}" srcId="{7EB40FEC-6A3E-46D4-A92A-E018BF8C58B4}" destId="{31505181-5419-488D-8F1B-88821ACEF1C7}" srcOrd="0" destOrd="0" parTransId="{9B03104E-5D22-47EC-BAC0-0DCD9564EB14}" sibTransId="{DB1EF164-C7DD-4D30-830F-0A05B3851A52}"/>
    <dgm:cxn modelId="{8B42E470-359D-4234-B649-2CC5FA5DA591}" srcId="{9DABEB56-C618-42E2-A95D-4E20233BEEF6}" destId="{7EB40FEC-6A3E-46D4-A92A-E018BF8C58B4}" srcOrd="3" destOrd="0" parTransId="{7D8208DC-F659-4B28-9D82-36AF77CEB2F6}" sibTransId="{A0E3F33F-0DC7-432B-AD87-2FBF63756722}"/>
    <dgm:cxn modelId="{21190071-6BC3-4CD2-8ABC-88D78AA4FF0A}" type="presOf" srcId="{127B7432-4EAD-4222-A9EB-A8E247C483FE}" destId="{8B88626A-6AE4-4A95-8569-D18DA3AA3C11}" srcOrd="0" destOrd="0" presId="urn:microsoft.com/office/officeart/2016/7/layout/HorizontalActionList"/>
    <dgm:cxn modelId="{74E6F876-2AAA-47C2-AABC-46EB57B28225}" srcId="{AE12BDCE-D977-4319-9E5B-5B947C6BA3DF}" destId="{AA01AEF6-FD09-44AD-832D-86C5FCF91959}" srcOrd="0" destOrd="0" parTransId="{75AD915B-4818-4379-A31F-0AA4FF8F3EFB}" sibTransId="{E72D5C7D-44C0-466B-8A32-11E8E977540E}"/>
    <dgm:cxn modelId="{02E8137E-2C60-4F7D-A9B7-CA8794E1F975}" type="presOf" srcId="{AA01AEF6-FD09-44AD-832D-86C5FCF91959}" destId="{DEB7FFCD-0D16-498C-B075-1BA6E02FA3A3}" srcOrd="0" destOrd="0" presId="urn:microsoft.com/office/officeart/2016/7/layout/HorizontalActionList"/>
    <dgm:cxn modelId="{1924597F-8394-4123-A824-96C135231C86}" srcId="{4CFEB6B7-1D05-4A8D-86A3-432D11896A34}" destId="{7E256ACE-D9CE-4E7C-9810-57DCB0708C58}" srcOrd="0" destOrd="0" parTransId="{47951386-35B3-45CC-85BD-A5F509D55137}" sibTransId="{D670266E-5A73-4DE2-A8F7-3E91CE0DB4CB}"/>
    <dgm:cxn modelId="{ED5DDA92-D00D-40C7-9ACF-5FB953B368C8}" srcId="{9DABEB56-C618-42E2-A95D-4E20233BEEF6}" destId="{4CFEB6B7-1D05-4A8D-86A3-432D11896A34}" srcOrd="0" destOrd="0" parTransId="{9EEB387B-0D33-4788-AF8E-706900ECB5E3}" sibTransId="{88CA6D46-6C0B-4883-8BDE-4C5C07196488}"/>
    <dgm:cxn modelId="{3F20A094-2C7C-45D9-ABEB-E5037F33AB04}" type="presOf" srcId="{31505181-5419-488D-8F1B-88821ACEF1C7}" destId="{88765DC7-90E3-4644-8D67-3745ACBCD8DD}" srcOrd="0" destOrd="0" presId="urn:microsoft.com/office/officeart/2016/7/layout/HorizontalActionList"/>
    <dgm:cxn modelId="{3DB2ADB1-C035-4A4B-9C44-E6EFAC5B9DB6}" type="presOf" srcId="{9DABEB56-C618-42E2-A95D-4E20233BEEF6}" destId="{908F1810-5682-4942-AFFB-2E395268AD08}" srcOrd="0" destOrd="0" presId="urn:microsoft.com/office/officeart/2016/7/layout/HorizontalActionList"/>
    <dgm:cxn modelId="{863F62DE-4644-479E-8AD1-5F09C471D0B6}" type="presOf" srcId="{4CFEB6B7-1D05-4A8D-86A3-432D11896A34}" destId="{45E34BA9-D504-4265-9B54-4E315B8328B3}" srcOrd="0" destOrd="0" presId="urn:microsoft.com/office/officeart/2016/7/layout/HorizontalActionList"/>
    <dgm:cxn modelId="{A5E37BEC-358D-4ADA-949C-C2A743C2181D}" type="presOf" srcId="{DB44E05F-DDC9-44F3-BFAD-D7694A51F12A}" destId="{A9291230-627A-4B69-AC6D-B94CFEC91C6C}" srcOrd="0" destOrd="0" presId="urn:microsoft.com/office/officeart/2016/7/layout/HorizontalActionList"/>
    <dgm:cxn modelId="{723137FC-13EF-4145-BB89-F77A7FF208B6}" srcId="{9DABEB56-C618-42E2-A95D-4E20233BEEF6}" destId="{AE12BDCE-D977-4319-9E5B-5B947C6BA3DF}" srcOrd="1" destOrd="0" parTransId="{DD028E1E-FBB3-48A6-A076-4724F1E5CED2}" sibTransId="{04F7730B-507C-4910-9D06-69F29BD47309}"/>
    <dgm:cxn modelId="{31F90575-D0E5-4744-AAC6-A04EEE47238B}" type="presParOf" srcId="{908F1810-5682-4942-AFFB-2E395268AD08}" destId="{654D1779-DA16-4E87-83CA-C7BCB97356D6}" srcOrd="0" destOrd="0" presId="urn:microsoft.com/office/officeart/2016/7/layout/HorizontalActionList"/>
    <dgm:cxn modelId="{610E918E-4578-448D-8E3A-625C60DD5263}" type="presParOf" srcId="{654D1779-DA16-4E87-83CA-C7BCB97356D6}" destId="{45E34BA9-D504-4265-9B54-4E315B8328B3}" srcOrd="0" destOrd="0" presId="urn:microsoft.com/office/officeart/2016/7/layout/HorizontalActionList"/>
    <dgm:cxn modelId="{DF8F9B22-99EA-43DD-90B8-B50712E86392}" type="presParOf" srcId="{654D1779-DA16-4E87-83CA-C7BCB97356D6}" destId="{84DF03A5-73E5-49E6-8282-61DBE65DA6C2}" srcOrd="1" destOrd="0" presId="urn:microsoft.com/office/officeart/2016/7/layout/HorizontalActionList"/>
    <dgm:cxn modelId="{4F997EAC-AC4A-472B-9C64-8F1BF7ABE154}" type="presParOf" srcId="{908F1810-5682-4942-AFFB-2E395268AD08}" destId="{AAD9990A-BB92-4EC0-A976-8FF9A58D1B26}" srcOrd="1" destOrd="0" presId="urn:microsoft.com/office/officeart/2016/7/layout/HorizontalActionList"/>
    <dgm:cxn modelId="{121375A5-0475-4535-A42D-24AE5855F5D0}" type="presParOf" srcId="{908F1810-5682-4942-AFFB-2E395268AD08}" destId="{9068EAF8-ED91-4020-828F-52FB3A91680F}" srcOrd="2" destOrd="0" presId="urn:microsoft.com/office/officeart/2016/7/layout/HorizontalActionList"/>
    <dgm:cxn modelId="{B4B8ACF3-99FD-4225-B05F-9BA5206E9F5F}" type="presParOf" srcId="{9068EAF8-ED91-4020-828F-52FB3A91680F}" destId="{B88004C6-F4EA-4DD1-907F-06CE2DD68D2A}" srcOrd="0" destOrd="0" presId="urn:microsoft.com/office/officeart/2016/7/layout/HorizontalActionList"/>
    <dgm:cxn modelId="{E322928B-832A-419C-9314-250BE283B240}" type="presParOf" srcId="{9068EAF8-ED91-4020-828F-52FB3A91680F}" destId="{DEB7FFCD-0D16-498C-B075-1BA6E02FA3A3}" srcOrd="1" destOrd="0" presId="urn:microsoft.com/office/officeart/2016/7/layout/HorizontalActionList"/>
    <dgm:cxn modelId="{3EDB0FA5-5C71-42EE-95E0-519A9555649F}" type="presParOf" srcId="{908F1810-5682-4942-AFFB-2E395268AD08}" destId="{F3B2195C-0D64-4F96-A668-431164CCD32F}" srcOrd="3" destOrd="0" presId="urn:microsoft.com/office/officeart/2016/7/layout/HorizontalActionList"/>
    <dgm:cxn modelId="{298A04EC-FA54-4902-85B9-8D777E7EDFD1}" type="presParOf" srcId="{908F1810-5682-4942-AFFB-2E395268AD08}" destId="{90AA4F7D-2C29-4698-BC6F-4E6813F8A6F5}" srcOrd="4" destOrd="0" presId="urn:microsoft.com/office/officeart/2016/7/layout/HorizontalActionList"/>
    <dgm:cxn modelId="{48AB13D1-0707-4995-8262-C4053FA32088}" type="presParOf" srcId="{90AA4F7D-2C29-4698-BC6F-4E6813F8A6F5}" destId="{A9291230-627A-4B69-AC6D-B94CFEC91C6C}" srcOrd="0" destOrd="0" presId="urn:microsoft.com/office/officeart/2016/7/layout/HorizontalActionList"/>
    <dgm:cxn modelId="{6E09038B-C411-4D15-B2B9-05FFC94F44C2}" type="presParOf" srcId="{90AA4F7D-2C29-4698-BC6F-4E6813F8A6F5}" destId="{8B88626A-6AE4-4A95-8569-D18DA3AA3C11}" srcOrd="1" destOrd="0" presId="urn:microsoft.com/office/officeart/2016/7/layout/HorizontalActionList"/>
    <dgm:cxn modelId="{F76EA1C5-5C8F-4457-B364-8A70F1C838E3}" type="presParOf" srcId="{908F1810-5682-4942-AFFB-2E395268AD08}" destId="{D5E4726A-7FCE-4B33-B552-CB80833D20FC}" srcOrd="5" destOrd="0" presId="urn:microsoft.com/office/officeart/2016/7/layout/HorizontalActionList"/>
    <dgm:cxn modelId="{DBAC1A50-184C-4474-8117-8B25F704AAE3}" type="presParOf" srcId="{908F1810-5682-4942-AFFB-2E395268AD08}" destId="{DED83EE2-82BC-4827-969B-392FEB4EF650}" srcOrd="6" destOrd="0" presId="urn:microsoft.com/office/officeart/2016/7/layout/HorizontalActionList"/>
    <dgm:cxn modelId="{8C76335C-C6F9-4C69-9796-A7200EA044A4}" type="presParOf" srcId="{DED83EE2-82BC-4827-969B-392FEB4EF650}" destId="{8FC2FC07-EA70-4631-885E-8B1EAD770B2D}" srcOrd="0" destOrd="0" presId="urn:microsoft.com/office/officeart/2016/7/layout/HorizontalActionList"/>
    <dgm:cxn modelId="{CB2D7209-54C9-4038-97B4-9853E66369B0}" type="presParOf" srcId="{DED83EE2-82BC-4827-969B-392FEB4EF650}" destId="{88765DC7-90E3-4644-8D67-3745ACBCD8DD}"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BE9198-D737-4A30-B61A-83C5AB7DD56C}">
      <dsp:nvSpPr>
        <dsp:cNvPr id="0" name=""/>
        <dsp:cNvSpPr/>
      </dsp:nvSpPr>
      <dsp:spPr>
        <a:xfrm>
          <a:off x="1935161" y="341765"/>
          <a:ext cx="262853" cy="91440"/>
        </a:xfrm>
        <a:custGeom>
          <a:avLst/>
          <a:gdLst/>
          <a:ahLst/>
          <a:cxnLst/>
          <a:rect l="0" t="0" r="0" b="0"/>
          <a:pathLst>
            <a:path>
              <a:moveTo>
                <a:pt x="0" y="45720"/>
              </a:moveTo>
              <a:lnTo>
                <a:pt x="26285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9252" y="386017"/>
        <a:ext cx="14672" cy="2937"/>
      </dsp:txXfrm>
    </dsp:sp>
    <dsp:sp modelId="{83C0C7AA-98E8-4F3A-86B5-61E3489D960D}">
      <dsp:nvSpPr>
        <dsp:cNvPr id="0" name=""/>
        <dsp:cNvSpPr/>
      </dsp:nvSpPr>
      <dsp:spPr>
        <a:xfrm>
          <a:off x="661076" y="4720"/>
          <a:ext cx="1275885" cy="7655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Introduction &amp; Problem Statement</a:t>
          </a:r>
          <a:endParaRPr lang="en-US" sz="1200" kern="1200"/>
        </a:p>
      </dsp:txBody>
      <dsp:txXfrm>
        <a:off x="661076" y="4720"/>
        <a:ext cx="1275885" cy="765531"/>
      </dsp:txXfrm>
    </dsp:sp>
    <dsp:sp modelId="{9CB7A47C-E6AB-4738-9D9B-FF40FF02B5EA}">
      <dsp:nvSpPr>
        <dsp:cNvPr id="0" name=""/>
        <dsp:cNvSpPr/>
      </dsp:nvSpPr>
      <dsp:spPr>
        <a:xfrm>
          <a:off x="3504501" y="341765"/>
          <a:ext cx="262853" cy="91440"/>
        </a:xfrm>
        <a:custGeom>
          <a:avLst/>
          <a:gdLst/>
          <a:ahLst/>
          <a:cxnLst/>
          <a:rect l="0" t="0" r="0" b="0"/>
          <a:pathLst>
            <a:path>
              <a:moveTo>
                <a:pt x="0" y="45720"/>
              </a:moveTo>
              <a:lnTo>
                <a:pt x="26285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591" y="386017"/>
        <a:ext cx="14672" cy="2937"/>
      </dsp:txXfrm>
    </dsp:sp>
    <dsp:sp modelId="{B4C94532-B92B-46F4-9934-CE4273FCD102}">
      <dsp:nvSpPr>
        <dsp:cNvPr id="0" name=""/>
        <dsp:cNvSpPr/>
      </dsp:nvSpPr>
      <dsp:spPr>
        <a:xfrm>
          <a:off x="2230415" y="4720"/>
          <a:ext cx="1275885" cy="76553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Motivation and Real-World Relevance</a:t>
          </a:r>
          <a:endParaRPr lang="en-US" sz="1200" kern="1200"/>
        </a:p>
      </dsp:txBody>
      <dsp:txXfrm>
        <a:off x="2230415" y="4720"/>
        <a:ext cx="1275885" cy="765531"/>
      </dsp:txXfrm>
    </dsp:sp>
    <dsp:sp modelId="{C29DE9F0-45FC-4992-BBBC-F8A8238BA8D3}">
      <dsp:nvSpPr>
        <dsp:cNvPr id="0" name=""/>
        <dsp:cNvSpPr/>
      </dsp:nvSpPr>
      <dsp:spPr>
        <a:xfrm>
          <a:off x="5073840" y="341765"/>
          <a:ext cx="262853" cy="91440"/>
        </a:xfrm>
        <a:custGeom>
          <a:avLst/>
          <a:gdLst/>
          <a:ahLst/>
          <a:cxnLst/>
          <a:rect l="0" t="0" r="0" b="0"/>
          <a:pathLst>
            <a:path>
              <a:moveTo>
                <a:pt x="0" y="45720"/>
              </a:moveTo>
              <a:lnTo>
                <a:pt x="262853"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7930" y="386017"/>
        <a:ext cx="14672" cy="2937"/>
      </dsp:txXfrm>
    </dsp:sp>
    <dsp:sp modelId="{50CA56A3-5DDC-4937-BBDB-BC07024406B2}">
      <dsp:nvSpPr>
        <dsp:cNvPr id="0" name=""/>
        <dsp:cNvSpPr/>
      </dsp:nvSpPr>
      <dsp:spPr>
        <a:xfrm>
          <a:off x="3799754" y="4720"/>
          <a:ext cx="1275885" cy="76553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Objectives and Scope of the Project</a:t>
          </a:r>
          <a:endParaRPr lang="en-US" sz="1200" kern="1200"/>
        </a:p>
      </dsp:txBody>
      <dsp:txXfrm>
        <a:off x="3799754" y="4720"/>
        <a:ext cx="1275885" cy="765531"/>
      </dsp:txXfrm>
    </dsp:sp>
    <dsp:sp modelId="{0251787B-9499-4407-9B7E-3A71BF43B21B}">
      <dsp:nvSpPr>
        <dsp:cNvPr id="0" name=""/>
        <dsp:cNvSpPr/>
      </dsp:nvSpPr>
      <dsp:spPr>
        <a:xfrm>
          <a:off x="1299019" y="768451"/>
          <a:ext cx="4708017" cy="262853"/>
        </a:xfrm>
        <a:custGeom>
          <a:avLst/>
          <a:gdLst/>
          <a:ahLst/>
          <a:cxnLst/>
          <a:rect l="0" t="0" r="0" b="0"/>
          <a:pathLst>
            <a:path>
              <a:moveTo>
                <a:pt x="4708017" y="0"/>
              </a:moveTo>
              <a:lnTo>
                <a:pt x="4708017" y="148526"/>
              </a:lnTo>
              <a:lnTo>
                <a:pt x="0" y="148526"/>
              </a:lnTo>
              <a:lnTo>
                <a:pt x="0" y="262853"/>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35099" y="898409"/>
        <a:ext cx="235857" cy="2937"/>
      </dsp:txXfrm>
    </dsp:sp>
    <dsp:sp modelId="{1D7FC053-BA7F-46EC-9948-1E5F8AB4156D}">
      <dsp:nvSpPr>
        <dsp:cNvPr id="0" name=""/>
        <dsp:cNvSpPr/>
      </dsp:nvSpPr>
      <dsp:spPr>
        <a:xfrm>
          <a:off x="5369094" y="4720"/>
          <a:ext cx="1275885" cy="76553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Dataset Overview (CIFAR-10 Subset)</a:t>
          </a:r>
          <a:endParaRPr lang="en-US" sz="1200" kern="1200"/>
        </a:p>
      </dsp:txBody>
      <dsp:txXfrm>
        <a:off x="5369094" y="4720"/>
        <a:ext cx="1275885" cy="765531"/>
      </dsp:txXfrm>
    </dsp:sp>
    <dsp:sp modelId="{41C9E0AB-A988-4BB1-B4C5-4EEEC731D26B}">
      <dsp:nvSpPr>
        <dsp:cNvPr id="0" name=""/>
        <dsp:cNvSpPr/>
      </dsp:nvSpPr>
      <dsp:spPr>
        <a:xfrm>
          <a:off x="1935161" y="1400750"/>
          <a:ext cx="262853" cy="91440"/>
        </a:xfrm>
        <a:custGeom>
          <a:avLst/>
          <a:gdLst/>
          <a:ahLst/>
          <a:cxnLst/>
          <a:rect l="0" t="0" r="0" b="0"/>
          <a:pathLst>
            <a:path>
              <a:moveTo>
                <a:pt x="0" y="45720"/>
              </a:moveTo>
              <a:lnTo>
                <a:pt x="262853"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9252" y="1445002"/>
        <a:ext cx="14672" cy="2937"/>
      </dsp:txXfrm>
    </dsp:sp>
    <dsp:sp modelId="{C6C5AA91-779A-4133-84EB-B404FE033182}">
      <dsp:nvSpPr>
        <dsp:cNvPr id="0" name=""/>
        <dsp:cNvSpPr/>
      </dsp:nvSpPr>
      <dsp:spPr>
        <a:xfrm>
          <a:off x="661076" y="1063705"/>
          <a:ext cx="1275885" cy="76553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Data Split &amp; Folder Structure</a:t>
          </a:r>
          <a:endParaRPr lang="en-US" sz="1200" kern="1200"/>
        </a:p>
      </dsp:txBody>
      <dsp:txXfrm>
        <a:off x="661076" y="1063705"/>
        <a:ext cx="1275885" cy="765531"/>
      </dsp:txXfrm>
    </dsp:sp>
    <dsp:sp modelId="{AF1618C1-EC98-485E-89C0-F4C7EE7D4619}">
      <dsp:nvSpPr>
        <dsp:cNvPr id="0" name=""/>
        <dsp:cNvSpPr/>
      </dsp:nvSpPr>
      <dsp:spPr>
        <a:xfrm>
          <a:off x="3504501" y="1400750"/>
          <a:ext cx="262853" cy="91440"/>
        </a:xfrm>
        <a:custGeom>
          <a:avLst/>
          <a:gdLst/>
          <a:ahLst/>
          <a:cxnLst/>
          <a:rect l="0" t="0" r="0" b="0"/>
          <a:pathLst>
            <a:path>
              <a:moveTo>
                <a:pt x="0" y="45720"/>
              </a:moveTo>
              <a:lnTo>
                <a:pt x="26285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591" y="1445002"/>
        <a:ext cx="14672" cy="2937"/>
      </dsp:txXfrm>
    </dsp:sp>
    <dsp:sp modelId="{4BC797E5-7801-4A22-B47B-5260696946B0}">
      <dsp:nvSpPr>
        <dsp:cNvPr id="0" name=""/>
        <dsp:cNvSpPr/>
      </dsp:nvSpPr>
      <dsp:spPr>
        <a:xfrm>
          <a:off x="2230415" y="1063705"/>
          <a:ext cx="1275885" cy="7655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Preprocessing: CLAHE and Normalization</a:t>
          </a:r>
          <a:endParaRPr lang="en-US" sz="1200" kern="1200"/>
        </a:p>
      </dsp:txBody>
      <dsp:txXfrm>
        <a:off x="2230415" y="1063705"/>
        <a:ext cx="1275885" cy="765531"/>
      </dsp:txXfrm>
    </dsp:sp>
    <dsp:sp modelId="{284846A9-F4F1-4E4C-AC52-73A5B4E421B0}">
      <dsp:nvSpPr>
        <dsp:cNvPr id="0" name=""/>
        <dsp:cNvSpPr/>
      </dsp:nvSpPr>
      <dsp:spPr>
        <a:xfrm>
          <a:off x="5073840" y="1400750"/>
          <a:ext cx="262853" cy="91440"/>
        </a:xfrm>
        <a:custGeom>
          <a:avLst/>
          <a:gdLst/>
          <a:ahLst/>
          <a:cxnLst/>
          <a:rect l="0" t="0" r="0" b="0"/>
          <a:pathLst>
            <a:path>
              <a:moveTo>
                <a:pt x="0" y="45720"/>
              </a:moveTo>
              <a:lnTo>
                <a:pt x="26285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7930" y="1445002"/>
        <a:ext cx="14672" cy="2937"/>
      </dsp:txXfrm>
    </dsp:sp>
    <dsp:sp modelId="{F78A05A6-F3A2-4E71-BE66-A00697588EAE}">
      <dsp:nvSpPr>
        <dsp:cNvPr id="0" name=""/>
        <dsp:cNvSpPr/>
      </dsp:nvSpPr>
      <dsp:spPr>
        <a:xfrm>
          <a:off x="3799754" y="1063705"/>
          <a:ext cx="1275885" cy="76553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Data Augmentation Pipeline</a:t>
          </a:r>
          <a:endParaRPr lang="en-US" sz="1200" kern="1200"/>
        </a:p>
      </dsp:txBody>
      <dsp:txXfrm>
        <a:off x="3799754" y="1063705"/>
        <a:ext cx="1275885" cy="765531"/>
      </dsp:txXfrm>
    </dsp:sp>
    <dsp:sp modelId="{ED437D16-0732-450A-951E-08BC1B070A67}">
      <dsp:nvSpPr>
        <dsp:cNvPr id="0" name=""/>
        <dsp:cNvSpPr/>
      </dsp:nvSpPr>
      <dsp:spPr>
        <a:xfrm>
          <a:off x="1299019" y="1827436"/>
          <a:ext cx="4708017" cy="262853"/>
        </a:xfrm>
        <a:custGeom>
          <a:avLst/>
          <a:gdLst/>
          <a:ahLst/>
          <a:cxnLst/>
          <a:rect l="0" t="0" r="0" b="0"/>
          <a:pathLst>
            <a:path>
              <a:moveTo>
                <a:pt x="4708017" y="0"/>
              </a:moveTo>
              <a:lnTo>
                <a:pt x="4708017" y="148526"/>
              </a:lnTo>
              <a:lnTo>
                <a:pt x="0" y="148526"/>
              </a:lnTo>
              <a:lnTo>
                <a:pt x="0" y="262853"/>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35099" y="1957394"/>
        <a:ext cx="235857" cy="2937"/>
      </dsp:txXfrm>
    </dsp:sp>
    <dsp:sp modelId="{EE9F3108-17B2-4D8D-BFFA-AD6FB7147D56}">
      <dsp:nvSpPr>
        <dsp:cNvPr id="0" name=""/>
        <dsp:cNvSpPr/>
      </dsp:nvSpPr>
      <dsp:spPr>
        <a:xfrm>
          <a:off x="5369094" y="1063705"/>
          <a:ext cx="1275885" cy="76553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Proposed Lightweight CNN Architecture</a:t>
          </a:r>
          <a:endParaRPr lang="en-US" sz="1200" kern="1200"/>
        </a:p>
      </dsp:txBody>
      <dsp:txXfrm>
        <a:off x="5369094" y="1063705"/>
        <a:ext cx="1275885" cy="765531"/>
      </dsp:txXfrm>
    </dsp:sp>
    <dsp:sp modelId="{F34FA402-84A2-4130-89D1-28A66279A83B}">
      <dsp:nvSpPr>
        <dsp:cNvPr id="0" name=""/>
        <dsp:cNvSpPr/>
      </dsp:nvSpPr>
      <dsp:spPr>
        <a:xfrm>
          <a:off x="1935161" y="2459736"/>
          <a:ext cx="262853" cy="91440"/>
        </a:xfrm>
        <a:custGeom>
          <a:avLst/>
          <a:gdLst/>
          <a:ahLst/>
          <a:cxnLst/>
          <a:rect l="0" t="0" r="0" b="0"/>
          <a:pathLst>
            <a:path>
              <a:moveTo>
                <a:pt x="0" y="45720"/>
              </a:moveTo>
              <a:lnTo>
                <a:pt x="262853"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9252" y="2503987"/>
        <a:ext cx="14672" cy="2937"/>
      </dsp:txXfrm>
    </dsp:sp>
    <dsp:sp modelId="{0F97A913-78A3-4E38-B02C-4BD0F9CA7348}">
      <dsp:nvSpPr>
        <dsp:cNvPr id="0" name=""/>
        <dsp:cNvSpPr/>
      </dsp:nvSpPr>
      <dsp:spPr>
        <a:xfrm>
          <a:off x="661076" y="2122690"/>
          <a:ext cx="1275885" cy="76553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Implementation Flow (End-to-End Pipeline)</a:t>
          </a:r>
          <a:endParaRPr lang="en-US" sz="1200" kern="1200"/>
        </a:p>
      </dsp:txBody>
      <dsp:txXfrm>
        <a:off x="661076" y="2122690"/>
        <a:ext cx="1275885" cy="765531"/>
      </dsp:txXfrm>
    </dsp:sp>
    <dsp:sp modelId="{DE7ABA8C-6E0D-4D31-83B3-4C5C9B347F6E}">
      <dsp:nvSpPr>
        <dsp:cNvPr id="0" name=""/>
        <dsp:cNvSpPr/>
      </dsp:nvSpPr>
      <dsp:spPr>
        <a:xfrm>
          <a:off x="3504501" y="2459736"/>
          <a:ext cx="262853" cy="91440"/>
        </a:xfrm>
        <a:custGeom>
          <a:avLst/>
          <a:gdLst/>
          <a:ahLst/>
          <a:cxnLst/>
          <a:rect l="0" t="0" r="0" b="0"/>
          <a:pathLst>
            <a:path>
              <a:moveTo>
                <a:pt x="0" y="45720"/>
              </a:moveTo>
              <a:lnTo>
                <a:pt x="262853"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591" y="2503987"/>
        <a:ext cx="14672" cy="2937"/>
      </dsp:txXfrm>
    </dsp:sp>
    <dsp:sp modelId="{14C17F6B-5EA4-4A12-985C-103016D27C4E}">
      <dsp:nvSpPr>
        <dsp:cNvPr id="0" name=""/>
        <dsp:cNvSpPr/>
      </dsp:nvSpPr>
      <dsp:spPr>
        <a:xfrm>
          <a:off x="2230415" y="2122690"/>
          <a:ext cx="1275885" cy="76553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Training Setup &amp; Hyperparameters</a:t>
          </a:r>
          <a:endParaRPr lang="en-US" sz="1200" kern="1200"/>
        </a:p>
      </dsp:txBody>
      <dsp:txXfrm>
        <a:off x="2230415" y="2122690"/>
        <a:ext cx="1275885" cy="765531"/>
      </dsp:txXfrm>
    </dsp:sp>
    <dsp:sp modelId="{2CEC1DB6-24C9-4325-AB6A-B87D3B22B29C}">
      <dsp:nvSpPr>
        <dsp:cNvPr id="0" name=""/>
        <dsp:cNvSpPr/>
      </dsp:nvSpPr>
      <dsp:spPr>
        <a:xfrm>
          <a:off x="5073840" y="2459736"/>
          <a:ext cx="262853" cy="91440"/>
        </a:xfrm>
        <a:custGeom>
          <a:avLst/>
          <a:gdLst/>
          <a:ahLst/>
          <a:cxnLst/>
          <a:rect l="0" t="0" r="0" b="0"/>
          <a:pathLst>
            <a:path>
              <a:moveTo>
                <a:pt x="0" y="45720"/>
              </a:moveTo>
              <a:lnTo>
                <a:pt x="262853"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7930" y="2503987"/>
        <a:ext cx="14672" cy="2937"/>
      </dsp:txXfrm>
    </dsp:sp>
    <dsp:sp modelId="{D422626F-2097-48FD-8423-9882533959E1}">
      <dsp:nvSpPr>
        <dsp:cNvPr id="0" name=""/>
        <dsp:cNvSpPr/>
      </dsp:nvSpPr>
      <dsp:spPr>
        <a:xfrm>
          <a:off x="3799754" y="2122690"/>
          <a:ext cx="1275885" cy="7655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Callbacks &amp; Regularization Strategy</a:t>
          </a:r>
          <a:endParaRPr lang="en-US" sz="1200" kern="1200"/>
        </a:p>
      </dsp:txBody>
      <dsp:txXfrm>
        <a:off x="3799754" y="2122690"/>
        <a:ext cx="1275885" cy="765531"/>
      </dsp:txXfrm>
    </dsp:sp>
    <dsp:sp modelId="{21474C38-8CF8-4DA0-AFE7-CBCD82FB29E6}">
      <dsp:nvSpPr>
        <dsp:cNvPr id="0" name=""/>
        <dsp:cNvSpPr/>
      </dsp:nvSpPr>
      <dsp:spPr>
        <a:xfrm>
          <a:off x="1299019" y="2886421"/>
          <a:ext cx="4708017" cy="262853"/>
        </a:xfrm>
        <a:custGeom>
          <a:avLst/>
          <a:gdLst/>
          <a:ahLst/>
          <a:cxnLst/>
          <a:rect l="0" t="0" r="0" b="0"/>
          <a:pathLst>
            <a:path>
              <a:moveTo>
                <a:pt x="4708017" y="0"/>
              </a:moveTo>
              <a:lnTo>
                <a:pt x="4708017" y="148526"/>
              </a:lnTo>
              <a:lnTo>
                <a:pt x="0" y="148526"/>
              </a:lnTo>
              <a:lnTo>
                <a:pt x="0" y="262853"/>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35099" y="3016379"/>
        <a:ext cx="235857" cy="2937"/>
      </dsp:txXfrm>
    </dsp:sp>
    <dsp:sp modelId="{49E7CC43-58BF-4273-AC82-F1681B5DB91C}">
      <dsp:nvSpPr>
        <dsp:cNvPr id="0" name=""/>
        <dsp:cNvSpPr/>
      </dsp:nvSpPr>
      <dsp:spPr>
        <a:xfrm>
          <a:off x="5369094" y="2122690"/>
          <a:ext cx="1275885" cy="76553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Results: Training &amp; Validation Curves</a:t>
          </a:r>
          <a:endParaRPr lang="en-US" sz="1200" kern="1200"/>
        </a:p>
      </dsp:txBody>
      <dsp:txXfrm>
        <a:off x="5369094" y="2122690"/>
        <a:ext cx="1275885" cy="765531"/>
      </dsp:txXfrm>
    </dsp:sp>
    <dsp:sp modelId="{0933013C-FEDB-4659-81EF-ECA38C2C73EC}">
      <dsp:nvSpPr>
        <dsp:cNvPr id="0" name=""/>
        <dsp:cNvSpPr/>
      </dsp:nvSpPr>
      <dsp:spPr>
        <a:xfrm>
          <a:off x="1935161" y="3518721"/>
          <a:ext cx="262853" cy="91440"/>
        </a:xfrm>
        <a:custGeom>
          <a:avLst/>
          <a:gdLst/>
          <a:ahLst/>
          <a:cxnLst/>
          <a:rect l="0" t="0" r="0" b="0"/>
          <a:pathLst>
            <a:path>
              <a:moveTo>
                <a:pt x="0" y="45720"/>
              </a:moveTo>
              <a:lnTo>
                <a:pt x="262853"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9252" y="3562972"/>
        <a:ext cx="14672" cy="2937"/>
      </dsp:txXfrm>
    </dsp:sp>
    <dsp:sp modelId="{4744F8E8-8B17-49CA-A626-ABBE3CC6B358}">
      <dsp:nvSpPr>
        <dsp:cNvPr id="0" name=""/>
        <dsp:cNvSpPr/>
      </dsp:nvSpPr>
      <dsp:spPr>
        <a:xfrm>
          <a:off x="661076" y="3181675"/>
          <a:ext cx="1275885" cy="76553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Results: Test Metrics (Accuracy, Precision, Recall, F1)</a:t>
          </a:r>
          <a:endParaRPr lang="en-US" sz="1200" kern="1200"/>
        </a:p>
      </dsp:txBody>
      <dsp:txXfrm>
        <a:off x="661076" y="3181675"/>
        <a:ext cx="1275885" cy="765531"/>
      </dsp:txXfrm>
    </dsp:sp>
    <dsp:sp modelId="{88CB2537-FC01-4301-B442-A9C0EDC48389}">
      <dsp:nvSpPr>
        <dsp:cNvPr id="0" name=""/>
        <dsp:cNvSpPr/>
      </dsp:nvSpPr>
      <dsp:spPr>
        <a:xfrm>
          <a:off x="3504501" y="3518721"/>
          <a:ext cx="262853" cy="91440"/>
        </a:xfrm>
        <a:custGeom>
          <a:avLst/>
          <a:gdLst/>
          <a:ahLst/>
          <a:cxnLst/>
          <a:rect l="0" t="0" r="0" b="0"/>
          <a:pathLst>
            <a:path>
              <a:moveTo>
                <a:pt x="0" y="45720"/>
              </a:moveTo>
              <a:lnTo>
                <a:pt x="262853"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591" y="3562972"/>
        <a:ext cx="14672" cy="2937"/>
      </dsp:txXfrm>
    </dsp:sp>
    <dsp:sp modelId="{D9796536-4BAF-4237-9630-F685D4065BA0}">
      <dsp:nvSpPr>
        <dsp:cNvPr id="0" name=""/>
        <dsp:cNvSpPr/>
      </dsp:nvSpPr>
      <dsp:spPr>
        <a:xfrm>
          <a:off x="2230415" y="3181675"/>
          <a:ext cx="1275885" cy="765531"/>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Confusion Matrix &amp; Class-wise Performance</a:t>
          </a:r>
          <a:endParaRPr lang="en-US" sz="1200" kern="1200"/>
        </a:p>
      </dsp:txBody>
      <dsp:txXfrm>
        <a:off x="2230415" y="3181675"/>
        <a:ext cx="1275885" cy="765531"/>
      </dsp:txXfrm>
    </dsp:sp>
    <dsp:sp modelId="{67A28425-1852-4B39-A917-31A702F2703C}">
      <dsp:nvSpPr>
        <dsp:cNvPr id="0" name=""/>
        <dsp:cNvSpPr/>
      </dsp:nvSpPr>
      <dsp:spPr>
        <a:xfrm>
          <a:off x="5073840" y="3518721"/>
          <a:ext cx="262853" cy="91440"/>
        </a:xfrm>
        <a:custGeom>
          <a:avLst/>
          <a:gdLst/>
          <a:ahLst/>
          <a:cxnLst/>
          <a:rect l="0" t="0" r="0" b="0"/>
          <a:pathLst>
            <a:path>
              <a:moveTo>
                <a:pt x="0" y="45720"/>
              </a:moveTo>
              <a:lnTo>
                <a:pt x="262853"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97930" y="3562972"/>
        <a:ext cx="14672" cy="2937"/>
      </dsp:txXfrm>
    </dsp:sp>
    <dsp:sp modelId="{CBF5413D-BBD0-4913-BCF4-AE902412A5CB}">
      <dsp:nvSpPr>
        <dsp:cNvPr id="0" name=""/>
        <dsp:cNvSpPr/>
      </dsp:nvSpPr>
      <dsp:spPr>
        <a:xfrm>
          <a:off x="3799754" y="3181675"/>
          <a:ext cx="1275885" cy="76553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Feature Map Visualizations &amp; Interpretability</a:t>
          </a:r>
          <a:endParaRPr lang="en-US" sz="1200" kern="1200"/>
        </a:p>
      </dsp:txBody>
      <dsp:txXfrm>
        <a:off x="3799754" y="3181675"/>
        <a:ext cx="1275885" cy="765531"/>
      </dsp:txXfrm>
    </dsp:sp>
    <dsp:sp modelId="{31CAD2E9-A84B-4864-B7AF-B00C078C4AAD}">
      <dsp:nvSpPr>
        <dsp:cNvPr id="0" name=""/>
        <dsp:cNvSpPr/>
      </dsp:nvSpPr>
      <dsp:spPr>
        <a:xfrm>
          <a:off x="1299019" y="3945406"/>
          <a:ext cx="4708017" cy="262853"/>
        </a:xfrm>
        <a:custGeom>
          <a:avLst/>
          <a:gdLst/>
          <a:ahLst/>
          <a:cxnLst/>
          <a:rect l="0" t="0" r="0" b="0"/>
          <a:pathLst>
            <a:path>
              <a:moveTo>
                <a:pt x="4708017" y="0"/>
              </a:moveTo>
              <a:lnTo>
                <a:pt x="4708017" y="148526"/>
              </a:lnTo>
              <a:lnTo>
                <a:pt x="0" y="148526"/>
              </a:lnTo>
              <a:lnTo>
                <a:pt x="0" y="262853"/>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35099" y="4075364"/>
        <a:ext cx="235857" cy="2937"/>
      </dsp:txXfrm>
    </dsp:sp>
    <dsp:sp modelId="{47C4AC95-7896-4647-AE16-60EA8CC1DC47}">
      <dsp:nvSpPr>
        <dsp:cNvPr id="0" name=""/>
        <dsp:cNvSpPr/>
      </dsp:nvSpPr>
      <dsp:spPr>
        <a:xfrm>
          <a:off x="5369094" y="3181675"/>
          <a:ext cx="1275885" cy="7655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Discussion: Insights &amp; Observations</a:t>
          </a:r>
          <a:endParaRPr lang="en-US" sz="1200" kern="1200"/>
        </a:p>
      </dsp:txBody>
      <dsp:txXfrm>
        <a:off x="5369094" y="3181675"/>
        <a:ext cx="1275885" cy="765531"/>
      </dsp:txXfrm>
    </dsp:sp>
    <dsp:sp modelId="{A0FAFFCD-9A28-44A1-A2CA-8023B8FA3AF0}">
      <dsp:nvSpPr>
        <dsp:cNvPr id="0" name=""/>
        <dsp:cNvSpPr/>
      </dsp:nvSpPr>
      <dsp:spPr>
        <a:xfrm>
          <a:off x="1935161" y="4577706"/>
          <a:ext cx="262853" cy="91440"/>
        </a:xfrm>
        <a:custGeom>
          <a:avLst/>
          <a:gdLst/>
          <a:ahLst/>
          <a:cxnLst/>
          <a:rect l="0" t="0" r="0" b="0"/>
          <a:pathLst>
            <a:path>
              <a:moveTo>
                <a:pt x="0" y="45720"/>
              </a:moveTo>
              <a:lnTo>
                <a:pt x="262853"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9252" y="4621957"/>
        <a:ext cx="14672" cy="2937"/>
      </dsp:txXfrm>
    </dsp:sp>
    <dsp:sp modelId="{F84D7583-5EC4-4265-AEFC-920139FDE56C}">
      <dsp:nvSpPr>
        <dsp:cNvPr id="0" name=""/>
        <dsp:cNvSpPr/>
      </dsp:nvSpPr>
      <dsp:spPr>
        <a:xfrm>
          <a:off x="661076" y="4240660"/>
          <a:ext cx="1275885" cy="765531"/>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Challenges &amp; Limitations</a:t>
          </a:r>
          <a:endParaRPr lang="en-US" sz="1200" kern="1200"/>
        </a:p>
      </dsp:txBody>
      <dsp:txXfrm>
        <a:off x="661076" y="4240660"/>
        <a:ext cx="1275885" cy="765531"/>
      </dsp:txXfrm>
    </dsp:sp>
    <dsp:sp modelId="{E24DCBEF-1B0C-446A-B0F6-EE3383B68137}">
      <dsp:nvSpPr>
        <dsp:cNvPr id="0" name=""/>
        <dsp:cNvSpPr/>
      </dsp:nvSpPr>
      <dsp:spPr>
        <a:xfrm>
          <a:off x="2230415" y="4240660"/>
          <a:ext cx="1275885" cy="76553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519" tIns="65625" rIns="62519" bIns="65625" numCol="1" spcCol="1270" anchor="ctr" anchorCtr="0">
          <a:noAutofit/>
        </a:bodyPr>
        <a:lstStyle/>
        <a:p>
          <a:pPr marL="0" lvl="0" indent="0" algn="ctr" defTabSz="533400">
            <a:lnSpc>
              <a:spcPct val="90000"/>
            </a:lnSpc>
            <a:spcBef>
              <a:spcPct val="0"/>
            </a:spcBef>
            <a:spcAft>
              <a:spcPct val="35000"/>
            </a:spcAft>
            <a:buNone/>
          </a:pPr>
          <a:r>
            <a:rPr lang="en-US" sz="1200" b="1" i="0" kern="1200" baseline="0"/>
            <a:t>Future Work &amp; Conclusion</a:t>
          </a:r>
          <a:endParaRPr lang="en-US" sz="1200" kern="1200"/>
        </a:p>
      </dsp:txBody>
      <dsp:txXfrm>
        <a:off x="2230415" y="4240660"/>
        <a:ext cx="1275885" cy="7655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DAE91-E080-494F-86D1-5AD797E6E0E0}">
      <dsp:nvSpPr>
        <dsp:cNvPr id="0" name=""/>
        <dsp:cNvSpPr/>
      </dsp:nvSpPr>
      <dsp:spPr>
        <a:xfrm>
          <a:off x="0" y="97576"/>
          <a:ext cx="5166359" cy="669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BAC5E6-B99F-410B-ACA8-909667450F33}">
      <dsp:nvSpPr>
        <dsp:cNvPr id="0" name=""/>
        <dsp:cNvSpPr/>
      </dsp:nvSpPr>
      <dsp:spPr>
        <a:xfrm>
          <a:off x="20255" y="112642"/>
          <a:ext cx="36828" cy="368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4DCE60-8B23-43A3-9F79-97C6E7BAA6AD}">
      <dsp:nvSpPr>
        <dsp:cNvPr id="0" name=""/>
        <dsp:cNvSpPr/>
      </dsp:nvSpPr>
      <dsp:spPr>
        <a:xfrm>
          <a:off x="77339" y="97576"/>
          <a:ext cx="4830627" cy="1911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278" tIns="202278" rIns="202278" bIns="202278" numCol="1" spcCol="1270" anchor="ctr" anchorCtr="0">
          <a:noAutofit/>
        </a:bodyPr>
        <a:lstStyle/>
        <a:p>
          <a:pPr marL="0" lvl="0" indent="0" algn="l" defTabSz="622300">
            <a:lnSpc>
              <a:spcPct val="100000"/>
            </a:lnSpc>
            <a:spcBef>
              <a:spcPct val="0"/>
            </a:spcBef>
            <a:spcAft>
              <a:spcPct val="35000"/>
            </a:spcAft>
            <a:buNone/>
          </a:pPr>
          <a:r>
            <a:rPr lang="en-US" sz="1400" b="0" i="0" kern="1200" baseline="0"/>
            <a:t>In real life, we usually don’t have very large datasets or powerful GPUs. Instead, we often work with small, low-quality images that have low contrast, noise, and poor lighting. When we directly use a regular deep CNN on this type of data, the model can easily overfit, training becomes unstable, and test accuracy remains low, even if we spend a long time training.</a:t>
          </a:r>
          <a:endParaRPr lang="en-US" sz="1400" kern="1200"/>
        </a:p>
      </dsp:txBody>
      <dsp:txXfrm>
        <a:off x="77339" y="97576"/>
        <a:ext cx="4830627" cy="1911292"/>
      </dsp:txXfrm>
    </dsp:sp>
    <dsp:sp modelId="{28B9D03B-1BC5-43F6-BA88-9910AFC1B7A9}">
      <dsp:nvSpPr>
        <dsp:cNvPr id="0" name=""/>
        <dsp:cNvSpPr/>
      </dsp:nvSpPr>
      <dsp:spPr>
        <a:xfrm>
          <a:off x="0" y="2238448"/>
          <a:ext cx="5166359" cy="6696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5E943B-0C1F-4394-A736-BA816FFB99B2}">
      <dsp:nvSpPr>
        <dsp:cNvPr id="0" name=""/>
        <dsp:cNvSpPr/>
      </dsp:nvSpPr>
      <dsp:spPr>
        <a:xfrm>
          <a:off x="20255" y="2253514"/>
          <a:ext cx="36828" cy="368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3145AE-E6CD-4101-9FF7-6DC54EF8ADB4}">
      <dsp:nvSpPr>
        <dsp:cNvPr id="0" name=""/>
        <dsp:cNvSpPr/>
      </dsp:nvSpPr>
      <dsp:spPr>
        <a:xfrm>
          <a:off x="77339" y="2238448"/>
          <a:ext cx="4830627" cy="19112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278" tIns="202278" rIns="202278" bIns="202278" numCol="1" spcCol="1270" anchor="ctr" anchorCtr="0">
          <a:noAutofit/>
        </a:bodyPr>
        <a:lstStyle/>
        <a:p>
          <a:pPr marL="0" lvl="0" indent="0" algn="l" defTabSz="622300">
            <a:lnSpc>
              <a:spcPct val="100000"/>
            </a:lnSpc>
            <a:spcBef>
              <a:spcPct val="0"/>
            </a:spcBef>
            <a:spcAft>
              <a:spcPct val="35000"/>
            </a:spcAft>
            <a:buNone/>
          </a:pPr>
          <a:r>
            <a:rPr lang="en-US" sz="1400" b="0" i="0" kern="1200" baseline="0"/>
            <a:t>In a classroom or lab environment, we therefore need a method that is simple to understand, fast to train, and still able to give reasonable accuracy. This motivates us to design a lightweight and practical pipeline that can handle limited data and limited resources effectively.</a:t>
          </a:r>
          <a:endParaRPr lang="en-US" sz="1400" kern="1200"/>
        </a:p>
      </dsp:txBody>
      <dsp:txXfrm>
        <a:off x="77339" y="2238448"/>
        <a:ext cx="4830627" cy="1911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274DAF-7F68-456E-8163-062F7E5E3FE1}">
      <dsp:nvSpPr>
        <dsp:cNvPr id="0" name=""/>
        <dsp:cNvSpPr/>
      </dsp:nvSpPr>
      <dsp:spPr>
        <a:xfrm>
          <a:off x="3871283" y="121141"/>
          <a:ext cx="1940290" cy="1940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a:t>Design a lightweight CNN</a:t>
          </a:r>
          <a:br>
            <a:rPr lang="en-US" sz="1300" kern="1200"/>
          </a:br>
          <a:r>
            <a:rPr lang="en-US" sz="1300" kern="1200"/>
            <a:t>Create a compact CNN architecture with fewer parameters so that it trains</a:t>
          </a:r>
          <a:r>
            <a:rPr lang="en-US" sz="1300" b="1" kern="1200"/>
            <a:t> </a:t>
          </a:r>
          <a:r>
            <a:rPr lang="en-US" sz="1300" kern="1200"/>
            <a:t>quickly but can still handle CIFAR-10 style images.</a:t>
          </a:r>
        </a:p>
      </dsp:txBody>
      <dsp:txXfrm>
        <a:off x="3871283" y="121141"/>
        <a:ext cx="1940290" cy="1940290"/>
      </dsp:txXfrm>
    </dsp:sp>
    <dsp:sp modelId="{FC25E573-0445-4705-994D-1D811D0962E9}">
      <dsp:nvSpPr>
        <dsp:cNvPr id="0" name=""/>
        <dsp:cNvSpPr/>
      </dsp:nvSpPr>
      <dsp:spPr>
        <a:xfrm>
          <a:off x="455032" y="-861"/>
          <a:ext cx="5478543" cy="5478543"/>
        </a:xfrm>
        <a:prstGeom prst="circularArrow">
          <a:avLst>
            <a:gd name="adj1" fmla="val 6906"/>
            <a:gd name="adj2" fmla="val 465677"/>
            <a:gd name="adj3" fmla="val 548048"/>
            <a:gd name="adj4" fmla="val 20586275"/>
            <a:gd name="adj5" fmla="val 8057"/>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F33CF3-B9BD-4D88-BB1C-AFC345D26DFC}">
      <dsp:nvSpPr>
        <dsp:cNvPr id="0" name=""/>
        <dsp:cNvSpPr/>
      </dsp:nvSpPr>
      <dsp:spPr>
        <a:xfrm>
          <a:off x="3871283" y="3415389"/>
          <a:ext cx="1940290" cy="1940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a:t>Improve image quality before training</a:t>
          </a:r>
          <a:br>
            <a:rPr lang="en-US" sz="1300" kern="1200"/>
          </a:br>
          <a:r>
            <a:rPr lang="en-US" sz="1300" kern="1200"/>
            <a:t>Use CLAHE</a:t>
          </a:r>
          <a:r>
            <a:rPr lang="en-US" sz="1300" b="1" kern="1200"/>
            <a:t> </a:t>
          </a:r>
          <a:r>
            <a:rPr lang="en-US" sz="1300" kern="1200"/>
            <a:t>and</a:t>
          </a:r>
          <a:r>
            <a:rPr lang="en-US" sz="1300" b="1" kern="1200"/>
            <a:t> </a:t>
          </a:r>
          <a:r>
            <a:rPr lang="en-US" sz="1300" kern="1200"/>
            <a:t>normalization to enhance contrast and make important structures in the images more visible to the network.</a:t>
          </a:r>
        </a:p>
      </dsp:txBody>
      <dsp:txXfrm>
        <a:off x="3871283" y="3415389"/>
        <a:ext cx="1940290" cy="1940290"/>
      </dsp:txXfrm>
    </dsp:sp>
    <dsp:sp modelId="{AADAEA7E-33B2-45A9-93AA-ACCB3F7F84DF}">
      <dsp:nvSpPr>
        <dsp:cNvPr id="0" name=""/>
        <dsp:cNvSpPr/>
      </dsp:nvSpPr>
      <dsp:spPr>
        <a:xfrm>
          <a:off x="455032" y="-861"/>
          <a:ext cx="5478543" cy="5478543"/>
        </a:xfrm>
        <a:prstGeom prst="circularArrow">
          <a:avLst>
            <a:gd name="adj1" fmla="val 6906"/>
            <a:gd name="adj2" fmla="val 465677"/>
            <a:gd name="adj3" fmla="val 5948048"/>
            <a:gd name="adj4" fmla="val 4386275"/>
            <a:gd name="adj5" fmla="val 8057"/>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9BD155-00C5-43D9-9522-035F2B1299EF}">
      <dsp:nvSpPr>
        <dsp:cNvPr id="0" name=""/>
        <dsp:cNvSpPr/>
      </dsp:nvSpPr>
      <dsp:spPr>
        <a:xfrm>
          <a:off x="577034" y="3415389"/>
          <a:ext cx="1940290" cy="1940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a:t>Increase data diversity</a:t>
          </a:r>
          <a:br>
            <a:rPr lang="en-US" sz="1300" kern="1200"/>
          </a:br>
          <a:r>
            <a:rPr lang="en-US" sz="1300" kern="1200"/>
            <a:t>Apply data</a:t>
          </a:r>
          <a:r>
            <a:rPr lang="en-US" sz="1300" b="1" kern="1200"/>
            <a:t> </a:t>
          </a:r>
          <a:r>
            <a:rPr lang="en-US" sz="1300" kern="1200"/>
            <a:t>augmentation (random flips, small rotations, translations, zooms) to reduce</a:t>
          </a:r>
          <a:r>
            <a:rPr lang="en-US" sz="1300" b="1" kern="1200"/>
            <a:t> </a:t>
          </a:r>
          <a:r>
            <a:rPr lang="en-US" sz="1300" kern="1200"/>
            <a:t>overfitting and make the model more robust.</a:t>
          </a:r>
        </a:p>
      </dsp:txBody>
      <dsp:txXfrm>
        <a:off x="577034" y="3415389"/>
        <a:ext cx="1940290" cy="1940290"/>
      </dsp:txXfrm>
    </dsp:sp>
    <dsp:sp modelId="{19FDB1F5-DD4F-4AA3-A139-F4A50E12C10A}">
      <dsp:nvSpPr>
        <dsp:cNvPr id="0" name=""/>
        <dsp:cNvSpPr/>
      </dsp:nvSpPr>
      <dsp:spPr>
        <a:xfrm>
          <a:off x="455032" y="-861"/>
          <a:ext cx="5478543" cy="5478543"/>
        </a:xfrm>
        <a:prstGeom prst="circularArrow">
          <a:avLst>
            <a:gd name="adj1" fmla="val 6906"/>
            <a:gd name="adj2" fmla="val 465677"/>
            <a:gd name="adj3" fmla="val 11348048"/>
            <a:gd name="adj4" fmla="val 9786275"/>
            <a:gd name="adj5" fmla="val 8057"/>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DEBCF4-96CF-43B6-BE98-AF2E27914C89}">
      <dsp:nvSpPr>
        <dsp:cNvPr id="0" name=""/>
        <dsp:cNvSpPr/>
      </dsp:nvSpPr>
      <dsp:spPr>
        <a:xfrm>
          <a:off x="577034" y="121141"/>
          <a:ext cx="1940290" cy="1940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a:t>Evaluate and understand the model</a:t>
          </a:r>
          <a:br>
            <a:rPr lang="en-US" sz="1300" kern="1200"/>
          </a:br>
          <a:r>
            <a:rPr lang="en-US" sz="1300" kern="1200"/>
            <a:t>Test the model on a separate test set and measure accuracy</a:t>
          </a:r>
          <a:r>
            <a:rPr lang="en-US" sz="1300" b="1" kern="1200"/>
            <a:t>, </a:t>
          </a:r>
          <a:r>
            <a:rPr lang="en-US" sz="1300" kern="1200"/>
            <a:t>precision</a:t>
          </a:r>
          <a:r>
            <a:rPr lang="en-US" sz="1300" b="1" kern="1200"/>
            <a:t>, </a:t>
          </a:r>
          <a:r>
            <a:rPr lang="en-US" sz="1300" kern="1200"/>
            <a:t>recall</a:t>
          </a:r>
          <a:r>
            <a:rPr lang="en-US" sz="1300" b="1" kern="1200"/>
            <a:t>, </a:t>
          </a:r>
          <a:r>
            <a:rPr lang="en-US" sz="1300" kern="1200"/>
            <a:t>and</a:t>
          </a:r>
          <a:r>
            <a:rPr lang="en-US" sz="1300" b="1" kern="1200"/>
            <a:t> </a:t>
          </a:r>
          <a:r>
            <a:rPr lang="en-US" sz="1300" kern="1200"/>
            <a:t>F1-score, and visualize feature</a:t>
          </a:r>
          <a:r>
            <a:rPr lang="en-US" sz="1300" b="1" kern="1200"/>
            <a:t> </a:t>
          </a:r>
          <a:r>
            <a:rPr lang="en-US" sz="1300" kern="1200"/>
            <a:t>maps to see what the CNN is learning.</a:t>
          </a:r>
        </a:p>
      </dsp:txBody>
      <dsp:txXfrm>
        <a:off x="577034" y="121141"/>
        <a:ext cx="1940290" cy="1940290"/>
      </dsp:txXfrm>
    </dsp:sp>
    <dsp:sp modelId="{D1037A68-A0BD-4F23-BAFE-57EA647FD3EE}">
      <dsp:nvSpPr>
        <dsp:cNvPr id="0" name=""/>
        <dsp:cNvSpPr/>
      </dsp:nvSpPr>
      <dsp:spPr>
        <a:xfrm>
          <a:off x="455032" y="-861"/>
          <a:ext cx="5478543" cy="5478543"/>
        </a:xfrm>
        <a:prstGeom prst="circularArrow">
          <a:avLst>
            <a:gd name="adj1" fmla="val 6906"/>
            <a:gd name="adj2" fmla="val 465677"/>
            <a:gd name="adj3" fmla="val 16748048"/>
            <a:gd name="adj4" fmla="val 15186275"/>
            <a:gd name="adj5" fmla="val 8057"/>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023ADD-0066-4958-8486-E03789125F6E}">
      <dsp:nvSpPr>
        <dsp:cNvPr id="0" name=""/>
        <dsp:cNvSpPr/>
      </dsp:nvSpPr>
      <dsp:spPr>
        <a:xfrm>
          <a:off x="273815" y="1423722"/>
          <a:ext cx="919693" cy="919693"/>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35E8AE-9FD7-4803-8DCA-97ABAFB2273A}">
      <dsp:nvSpPr>
        <dsp:cNvPr id="0" name=""/>
        <dsp:cNvSpPr/>
      </dsp:nvSpPr>
      <dsp:spPr>
        <a:xfrm>
          <a:off x="466951" y="1616857"/>
          <a:ext cx="533422" cy="5334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C44C75-B901-41F5-B5A2-BF306275467A}">
      <dsp:nvSpPr>
        <dsp:cNvPr id="0" name=""/>
        <dsp:cNvSpPr/>
      </dsp:nvSpPr>
      <dsp:spPr>
        <a:xfrm>
          <a:off x="1390586" y="1423722"/>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In this project, every image in the CIFAR-10 subset is passed through a preprocessing pipeline before being used for training. The main goal of this step is to improve the visual quality of the images so that the CNN can learn more meaningful patterns from them.</a:t>
          </a:r>
        </a:p>
      </dsp:txBody>
      <dsp:txXfrm>
        <a:off x="1390586" y="1423722"/>
        <a:ext cx="2167848" cy="919693"/>
      </dsp:txXfrm>
    </dsp:sp>
    <dsp:sp modelId="{6A2E84D7-2CF3-44DF-9EC3-B80FF83EDC0C}">
      <dsp:nvSpPr>
        <dsp:cNvPr id="0" name=""/>
        <dsp:cNvSpPr/>
      </dsp:nvSpPr>
      <dsp:spPr>
        <a:xfrm>
          <a:off x="3936165" y="1423722"/>
          <a:ext cx="919693" cy="919693"/>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C62756-6616-4A98-89B1-77528EF5D107}">
      <dsp:nvSpPr>
        <dsp:cNvPr id="0" name=""/>
        <dsp:cNvSpPr/>
      </dsp:nvSpPr>
      <dsp:spPr>
        <a:xfrm>
          <a:off x="4129301" y="1616857"/>
          <a:ext cx="533422" cy="5334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237567-FC8A-4483-96FB-8BBE0645F35B}">
      <dsp:nvSpPr>
        <dsp:cNvPr id="0" name=""/>
        <dsp:cNvSpPr/>
      </dsp:nvSpPr>
      <dsp:spPr>
        <a:xfrm>
          <a:off x="5052936" y="1423722"/>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First, we apply </a:t>
          </a:r>
          <a:r>
            <a:rPr lang="en-US" sz="1600" b="1" kern="1200" dirty="0"/>
            <a:t>CLAHE (Contrast Limited Adaptive Histogram Equalization)</a:t>
          </a:r>
          <a:r>
            <a:rPr lang="en-US" sz="1600" kern="1200" dirty="0"/>
            <a:t> to each image. CLAHE enhances local contrast in small regions of the image, which helps to bring out important edges, textures and object details, especially in low-contrast or unevenly lit areas. This makes features like boundaries and shapes more visible to the model.</a:t>
          </a:r>
        </a:p>
      </dsp:txBody>
      <dsp:txXfrm>
        <a:off x="5052936" y="1423722"/>
        <a:ext cx="2167848" cy="919693"/>
      </dsp:txXfrm>
    </dsp:sp>
    <dsp:sp modelId="{36B6344D-0AD3-441D-9EE1-2586B93CD2A3}">
      <dsp:nvSpPr>
        <dsp:cNvPr id="0" name=""/>
        <dsp:cNvSpPr/>
      </dsp:nvSpPr>
      <dsp:spPr>
        <a:xfrm>
          <a:off x="7598515" y="1423722"/>
          <a:ext cx="919693" cy="919693"/>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F50DAE-0615-42B2-A8EB-F09C9550F423}">
      <dsp:nvSpPr>
        <dsp:cNvPr id="0" name=""/>
        <dsp:cNvSpPr/>
      </dsp:nvSpPr>
      <dsp:spPr>
        <a:xfrm>
          <a:off x="7791651" y="1616857"/>
          <a:ext cx="533422" cy="5334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31046D-AE36-4B7A-83C4-38898923FE84}">
      <dsp:nvSpPr>
        <dsp:cNvPr id="0" name=""/>
        <dsp:cNvSpPr/>
      </dsp:nvSpPr>
      <dsp:spPr>
        <a:xfrm>
          <a:off x="8715285" y="1423722"/>
          <a:ext cx="2167848" cy="9196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After contrast enhancement, we perform </a:t>
          </a:r>
          <a:r>
            <a:rPr lang="en-US" sz="1600" b="1" kern="1200" dirty="0"/>
            <a:t>normalization</a:t>
          </a:r>
          <a:r>
            <a:rPr lang="en-US" sz="1600" kern="1200" dirty="0"/>
            <a:t> on the pixel values. The images are scaled to a suitable numerical range (for example [0, 1] or standardized using mean and standard deviation), so that all channels are on a similar scale. This step stabilizes training, helps the optimizer converge faster, and generally improves the overall performance of the CNN.</a:t>
          </a:r>
        </a:p>
      </dsp:txBody>
      <dsp:txXfrm>
        <a:off x="8715285" y="1423722"/>
        <a:ext cx="2167848" cy="9196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B9787-76D4-4113-85C1-B82FC584EB10}">
      <dsp:nvSpPr>
        <dsp:cNvPr id="0" name=""/>
        <dsp:cNvSpPr/>
      </dsp:nvSpPr>
      <dsp:spPr>
        <a:xfrm>
          <a:off x="1152" y="601031"/>
          <a:ext cx="4044104" cy="2568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E841D7-26E8-4759-A649-FB75EC24CA34}">
      <dsp:nvSpPr>
        <dsp:cNvPr id="0" name=""/>
        <dsp:cNvSpPr/>
      </dsp:nvSpPr>
      <dsp:spPr>
        <a:xfrm>
          <a:off x="450497" y="1027909"/>
          <a:ext cx="4044104" cy="256800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In our project, we apply </a:t>
          </a:r>
          <a:r>
            <a:rPr lang="en-US" sz="1600" b="1" kern="1200"/>
            <a:t>data augmentation only to the training images</a:t>
          </a:r>
          <a:r>
            <a:rPr lang="en-US" sz="1600" kern="1200"/>
            <a:t> after preprocessing. The main idea is to show the model slightly different versions of the same image in each epoch so that it does not simply memorize them. We use random horizontal flips, small rotations, shifts and zooms to change the position, angle and scale of the images while keeping the same class label.</a:t>
          </a:r>
        </a:p>
      </dsp:txBody>
      <dsp:txXfrm>
        <a:off x="525711" y="1103123"/>
        <a:ext cx="3893676" cy="2417578"/>
      </dsp:txXfrm>
    </dsp:sp>
    <dsp:sp modelId="{A68AAB1A-BC43-475D-9ECE-28C558174232}">
      <dsp:nvSpPr>
        <dsp:cNvPr id="0" name=""/>
        <dsp:cNvSpPr/>
      </dsp:nvSpPr>
      <dsp:spPr>
        <a:xfrm>
          <a:off x="4943946" y="601031"/>
          <a:ext cx="4044104" cy="256800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98257A-D1FF-4643-BCB5-D1BFE61388FF}">
      <dsp:nvSpPr>
        <dsp:cNvPr id="0" name=""/>
        <dsp:cNvSpPr/>
      </dsp:nvSpPr>
      <dsp:spPr>
        <a:xfrm>
          <a:off x="5393291" y="1027909"/>
          <a:ext cx="4044104" cy="2568006"/>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By doing this, we increase the effective size and diversity of our 10,000-image dataset and make the CNN more robust. As a result, the model learns more general patterns and shows better performance on the validation and test sets, with reduced overfitting.</a:t>
          </a:r>
        </a:p>
      </dsp:txBody>
      <dsp:txXfrm>
        <a:off x="5468505" y="1103123"/>
        <a:ext cx="3893676" cy="24175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47004-5264-42E8-9510-25DBF26724D9}">
      <dsp:nvSpPr>
        <dsp:cNvPr id="0" name=""/>
        <dsp:cNvSpPr/>
      </dsp:nvSpPr>
      <dsp:spPr>
        <a:xfrm>
          <a:off x="5229" y="1266079"/>
          <a:ext cx="2004764" cy="3456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a:t>Layer-wise Summary</a:t>
          </a:r>
          <a:endParaRPr lang="en-US" sz="1200" kern="1200"/>
        </a:p>
      </dsp:txBody>
      <dsp:txXfrm>
        <a:off x="5229" y="1266079"/>
        <a:ext cx="2004764" cy="345600"/>
      </dsp:txXfrm>
    </dsp:sp>
    <dsp:sp modelId="{E852BAFF-4836-4AC1-9422-E98AC1AABB70}">
      <dsp:nvSpPr>
        <dsp:cNvPr id="0" name=""/>
        <dsp:cNvSpPr/>
      </dsp:nvSpPr>
      <dsp:spPr>
        <a:xfrm>
          <a:off x="5229" y="1611679"/>
          <a:ext cx="2004764" cy="889380"/>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sp>
    <dsp:sp modelId="{7E90448D-057D-4E95-BEF0-1AF12C311BBA}">
      <dsp:nvSpPr>
        <dsp:cNvPr id="0" name=""/>
        <dsp:cNvSpPr/>
      </dsp:nvSpPr>
      <dsp:spPr>
        <a:xfrm>
          <a:off x="2290661" y="1266079"/>
          <a:ext cx="2004764" cy="345600"/>
        </a:xfrm>
        <a:prstGeom prst="rect">
          <a:avLst/>
        </a:prstGeom>
        <a:solidFill>
          <a:schemeClr val="accent2">
            <a:hueOff val="-2592252"/>
            <a:satOff val="-5102"/>
            <a:lumOff val="3186"/>
            <a:alphaOff val="0"/>
          </a:schemeClr>
        </a:solidFill>
        <a:ln w="19050" cap="flat" cmpd="sng" algn="ctr">
          <a:solidFill>
            <a:schemeClr val="accent2">
              <a:hueOff val="-2592252"/>
              <a:satOff val="-5102"/>
              <a:lumOff val="31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a:t>Block 1</a:t>
          </a:r>
          <a:endParaRPr lang="en-US" sz="1200" kern="1200"/>
        </a:p>
      </dsp:txBody>
      <dsp:txXfrm>
        <a:off x="2290661" y="1266079"/>
        <a:ext cx="2004764" cy="345600"/>
      </dsp:txXfrm>
    </dsp:sp>
    <dsp:sp modelId="{62E7810B-4E59-4F2F-A901-F0533AD94C64}">
      <dsp:nvSpPr>
        <dsp:cNvPr id="0" name=""/>
        <dsp:cNvSpPr/>
      </dsp:nvSpPr>
      <dsp:spPr>
        <a:xfrm>
          <a:off x="2290661" y="1611679"/>
          <a:ext cx="2004764" cy="889380"/>
        </a:xfrm>
        <a:prstGeom prst="rect">
          <a:avLst/>
        </a:prstGeom>
        <a:solidFill>
          <a:schemeClr val="accent2">
            <a:tint val="40000"/>
            <a:alpha val="90000"/>
            <a:hueOff val="-2761916"/>
            <a:satOff val="5979"/>
            <a:lumOff val="558"/>
            <a:alphaOff val="0"/>
          </a:schemeClr>
        </a:solidFill>
        <a:ln w="19050" cap="flat" cmpd="sng" algn="ctr">
          <a:solidFill>
            <a:schemeClr val="accent2">
              <a:tint val="40000"/>
              <a:alpha val="90000"/>
              <a:hueOff val="-2761916"/>
              <a:satOff val="5979"/>
              <a:lumOff val="5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Conv2D (e.g., 32 filters, 3×3, ReLU)</a:t>
          </a:r>
        </a:p>
        <a:p>
          <a:pPr marL="114300" lvl="1" indent="-114300" algn="l" defTabSz="533400">
            <a:lnSpc>
              <a:spcPct val="90000"/>
            </a:lnSpc>
            <a:spcBef>
              <a:spcPct val="0"/>
            </a:spcBef>
            <a:spcAft>
              <a:spcPct val="15000"/>
            </a:spcAft>
            <a:buChar char="•"/>
          </a:pPr>
          <a:r>
            <a:rPr lang="en-US" sz="1200" kern="1200"/>
            <a:t>Batch Normalization</a:t>
          </a:r>
        </a:p>
        <a:p>
          <a:pPr marL="114300" lvl="1" indent="-114300" algn="l" defTabSz="533400">
            <a:lnSpc>
              <a:spcPct val="90000"/>
            </a:lnSpc>
            <a:spcBef>
              <a:spcPct val="0"/>
            </a:spcBef>
            <a:spcAft>
              <a:spcPct val="15000"/>
            </a:spcAft>
            <a:buChar char="•"/>
          </a:pPr>
          <a:r>
            <a:rPr lang="en-US" sz="1200" kern="1200"/>
            <a:t>MaxPooling2D</a:t>
          </a:r>
        </a:p>
      </dsp:txBody>
      <dsp:txXfrm>
        <a:off x="2290661" y="1611679"/>
        <a:ext cx="2004764" cy="889380"/>
      </dsp:txXfrm>
    </dsp:sp>
    <dsp:sp modelId="{F0DA81E4-1161-46EA-8E4A-28409B3F8E02}">
      <dsp:nvSpPr>
        <dsp:cNvPr id="0" name=""/>
        <dsp:cNvSpPr/>
      </dsp:nvSpPr>
      <dsp:spPr>
        <a:xfrm>
          <a:off x="4576092" y="1266079"/>
          <a:ext cx="2004764" cy="345600"/>
        </a:xfrm>
        <a:prstGeom prst="rect">
          <a:avLst/>
        </a:prstGeom>
        <a:solidFill>
          <a:schemeClr val="accent2">
            <a:hueOff val="-5184504"/>
            <a:satOff val="-10204"/>
            <a:lumOff val="6372"/>
            <a:alphaOff val="0"/>
          </a:schemeClr>
        </a:solidFill>
        <a:ln w="19050" cap="flat" cmpd="sng" algn="ctr">
          <a:solidFill>
            <a:schemeClr val="accent2">
              <a:hueOff val="-5184504"/>
              <a:satOff val="-10204"/>
              <a:lumOff val="637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a:t>Block 2</a:t>
          </a:r>
          <a:endParaRPr lang="en-US" sz="1200" kern="1200"/>
        </a:p>
      </dsp:txBody>
      <dsp:txXfrm>
        <a:off x="4576092" y="1266079"/>
        <a:ext cx="2004764" cy="345600"/>
      </dsp:txXfrm>
    </dsp:sp>
    <dsp:sp modelId="{3AD6FA7C-657D-4D43-91D1-CDE0DCDACFAE}">
      <dsp:nvSpPr>
        <dsp:cNvPr id="0" name=""/>
        <dsp:cNvSpPr/>
      </dsp:nvSpPr>
      <dsp:spPr>
        <a:xfrm>
          <a:off x="4576092" y="1611679"/>
          <a:ext cx="2004764" cy="889380"/>
        </a:xfrm>
        <a:prstGeom prst="rect">
          <a:avLst/>
        </a:prstGeom>
        <a:solidFill>
          <a:schemeClr val="accent2">
            <a:tint val="40000"/>
            <a:alpha val="90000"/>
            <a:hueOff val="-5523831"/>
            <a:satOff val="11959"/>
            <a:lumOff val="1116"/>
            <a:alphaOff val="0"/>
          </a:schemeClr>
        </a:solidFill>
        <a:ln w="19050" cap="flat" cmpd="sng" algn="ctr">
          <a:solidFill>
            <a:schemeClr val="accent2">
              <a:tint val="40000"/>
              <a:alpha val="90000"/>
              <a:hueOff val="-5523831"/>
              <a:satOff val="11959"/>
              <a:lumOff val="111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Conv2D (e.g., 64 filters, 3×3, ReLU)</a:t>
          </a:r>
        </a:p>
        <a:p>
          <a:pPr marL="114300" lvl="1" indent="-114300" algn="l" defTabSz="533400">
            <a:lnSpc>
              <a:spcPct val="90000"/>
            </a:lnSpc>
            <a:spcBef>
              <a:spcPct val="0"/>
            </a:spcBef>
            <a:spcAft>
              <a:spcPct val="15000"/>
            </a:spcAft>
            <a:buChar char="•"/>
          </a:pPr>
          <a:r>
            <a:rPr lang="en-US" sz="1200" kern="1200"/>
            <a:t>Batch Normalization</a:t>
          </a:r>
        </a:p>
        <a:p>
          <a:pPr marL="114300" lvl="1" indent="-114300" algn="l" defTabSz="533400">
            <a:lnSpc>
              <a:spcPct val="90000"/>
            </a:lnSpc>
            <a:spcBef>
              <a:spcPct val="0"/>
            </a:spcBef>
            <a:spcAft>
              <a:spcPct val="15000"/>
            </a:spcAft>
            <a:buChar char="•"/>
          </a:pPr>
          <a:r>
            <a:rPr lang="en-US" sz="1200" kern="1200"/>
            <a:t>MaxPooling2D</a:t>
          </a:r>
        </a:p>
      </dsp:txBody>
      <dsp:txXfrm>
        <a:off x="4576092" y="1611679"/>
        <a:ext cx="2004764" cy="889380"/>
      </dsp:txXfrm>
    </dsp:sp>
    <dsp:sp modelId="{1A4580B2-4264-47C5-A62C-0F2D069BD812}">
      <dsp:nvSpPr>
        <dsp:cNvPr id="0" name=""/>
        <dsp:cNvSpPr/>
      </dsp:nvSpPr>
      <dsp:spPr>
        <a:xfrm>
          <a:off x="6861524" y="1266079"/>
          <a:ext cx="2004764" cy="345600"/>
        </a:xfrm>
        <a:prstGeom prst="rect">
          <a:avLst/>
        </a:prstGeom>
        <a:solidFill>
          <a:schemeClr val="accent2">
            <a:hueOff val="-7776756"/>
            <a:satOff val="-15306"/>
            <a:lumOff val="9559"/>
            <a:alphaOff val="0"/>
          </a:schemeClr>
        </a:solidFill>
        <a:ln w="19050" cap="flat" cmpd="sng" algn="ctr">
          <a:solidFill>
            <a:schemeClr val="accent2">
              <a:hueOff val="-7776756"/>
              <a:satOff val="-15306"/>
              <a:lumOff val="95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a:t>Block 3</a:t>
          </a:r>
          <a:endParaRPr lang="en-US" sz="1200" kern="1200"/>
        </a:p>
      </dsp:txBody>
      <dsp:txXfrm>
        <a:off x="6861524" y="1266079"/>
        <a:ext cx="2004764" cy="345600"/>
      </dsp:txXfrm>
    </dsp:sp>
    <dsp:sp modelId="{3E24885D-520D-408F-A1DC-B5367DF73479}">
      <dsp:nvSpPr>
        <dsp:cNvPr id="0" name=""/>
        <dsp:cNvSpPr/>
      </dsp:nvSpPr>
      <dsp:spPr>
        <a:xfrm>
          <a:off x="6861524" y="1611679"/>
          <a:ext cx="2004764" cy="889380"/>
        </a:xfrm>
        <a:prstGeom prst="rect">
          <a:avLst/>
        </a:prstGeom>
        <a:solidFill>
          <a:schemeClr val="accent2">
            <a:tint val="40000"/>
            <a:alpha val="90000"/>
            <a:hueOff val="-8285747"/>
            <a:satOff val="17938"/>
            <a:lumOff val="1674"/>
            <a:alphaOff val="0"/>
          </a:schemeClr>
        </a:solidFill>
        <a:ln w="19050" cap="flat" cmpd="sng" algn="ctr">
          <a:solidFill>
            <a:schemeClr val="accent2">
              <a:tint val="40000"/>
              <a:alpha val="90000"/>
              <a:hueOff val="-8285747"/>
              <a:satOff val="17938"/>
              <a:lumOff val="167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Conv2D (e.g., 128 filters, 3×3, ReLU)</a:t>
          </a:r>
        </a:p>
        <a:p>
          <a:pPr marL="114300" lvl="1" indent="-114300" algn="l" defTabSz="533400">
            <a:lnSpc>
              <a:spcPct val="90000"/>
            </a:lnSpc>
            <a:spcBef>
              <a:spcPct val="0"/>
            </a:spcBef>
            <a:spcAft>
              <a:spcPct val="15000"/>
            </a:spcAft>
            <a:buChar char="•"/>
          </a:pPr>
          <a:r>
            <a:rPr lang="en-US" sz="1200" kern="1200"/>
            <a:t>Batch Normalization</a:t>
          </a:r>
        </a:p>
        <a:p>
          <a:pPr marL="114300" lvl="1" indent="-114300" algn="l" defTabSz="533400">
            <a:lnSpc>
              <a:spcPct val="90000"/>
            </a:lnSpc>
            <a:spcBef>
              <a:spcPct val="0"/>
            </a:spcBef>
            <a:spcAft>
              <a:spcPct val="15000"/>
            </a:spcAft>
            <a:buChar char="•"/>
          </a:pPr>
          <a:r>
            <a:rPr lang="en-US" sz="1200" kern="1200"/>
            <a:t>GlobalAveragePooling2D</a:t>
          </a:r>
        </a:p>
      </dsp:txBody>
      <dsp:txXfrm>
        <a:off x="6861524" y="1611679"/>
        <a:ext cx="2004764" cy="889380"/>
      </dsp:txXfrm>
    </dsp:sp>
    <dsp:sp modelId="{0F64B792-99FA-48B7-80BA-F7DF57CBB2FA}">
      <dsp:nvSpPr>
        <dsp:cNvPr id="0" name=""/>
        <dsp:cNvSpPr/>
      </dsp:nvSpPr>
      <dsp:spPr>
        <a:xfrm>
          <a:off x="9146955" y="1266079"/>
          <a:ext cx="2004764" cy="345600"/>
        </a:xfrm>
        <a:prstGeom prst="rect">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US" sz="1200" b="1" kern="1200"/>
            <a:t>Classifier Head</a:t>
          </a:r>
          <a:endParaRPr lang="en-US" sz="1200" kern="1200"/>
        </a:p>
      </dsp:txBody>
      <dsp:txXfrm>
        <a:off x="9146955" y="1266079"/>
        <a:ext cx="2004764" cy="345600"/>
      </dsp:txXfrm>
    </dsp:sp>
    <dsp:sp modelId="{29C7CCA8-7C2D-4527-B060-2AE8CD0706EC}">
      <dsp:nvSpPr>
        <dsp:cNvPr id="0" name=""/>
        <dsp:cNvSpPr/>
      </dsp:nvSpPr>
      <dsp:spPr>
        <a:xfrm>
          <a:off x="9146955" y="1611679"/>
          <a:ext cx="2004764" cy="889380"/>
        </a:xfrm>
        <a:prstGeom prst="rect">
          <a:avLst/>
        </a:prstGeom>
        <a:solidFill>
          <a:schemeClr val="accent2">
            <a:tint val="40000"/>
            <a:alpha val="90000"/>
            <a:hueOff val="-11047662"/>
            <a:satOff val="23918"/>
            <a:lumOff val="2232"/>
            <a:alphaOff val="0"/>
          </a:schemeClr>
        </a:solidFill>
        <a:ln w="19050" cap="flat" cmpd="sng" algn="ctr">
          <a:solidFill>
            <a:schemeClr val="accent2">
              <a:tint val="40000"/>
              <a:alpha val="90000"/>
              <a:hueOff val="-11047662"/>
              <a:satOff val="23918"/>
              <a:lumOff val="223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US" sz="1200" kern="1200"/>
            <a:t>Dense (e.g., 128 units, ReLU) + Dropout</a:t>
          </a:r>
        </a:p>
        <a:p>
          <a:pPr marL="114300" lvl="1" indent="-114300" algn="l" defTabSz="533400">
            <a:lnSpc>
              <a:spcPct val="90000"/>
            </a:lnSpc>
            <a:spcBef>
              <a:spcPct val="0"/>
            </a:spcBef>
            <a:spcAft>
              <a:spcPct val="15000"/>
            </a:spcAft>
            <a:buChar char="•"/>
          </a:pPr>
          <a:r>
            <a:rPr lang="en-US" sz="1200" kern="1200"/>
            <a:t>Dense (10 units, </a:t>
          </a:r>
          <a:r>
            <a:rPr lang="en-US" sz="1200" b="1" kern="1200"/>
            <a:t>softmax</a:t>
          </a:r>
          <a:r>
            <a:rPr lang="en-US" sz="1200" kern="1200"/>
            <a:t>) → class probabilities</a:t>
          </a:r>
        </a:p>
      </dsp:txBody>
      <dsp:txXfrm>
        <a:off x="9146955" y="1611679"/>
        <a:ext cx="2004764" cy="8893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E110F-9C63-4B88-A19B-9A8CE8759F09}">
      <dsp:nvSpPr>
        <dsp:cNvPr id="0" name=""/>
        <dsp:cNvSpPr/>
      </dsp:nvSpPr>
      <dsp:spPr>
        <a:xfrm>
          <a:off x="2340" y="799625"/>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Training Data</a:t>
          </a:r>
          <a:endParaRPr lang="en-US" sz="1100" kern="1200" dirty="0"/>
        </a:p>
      </dsp:txBody>
      <dsp:txXfrm>
        <a:off x="2340" y="799625"/>
        <a:ext cx="1857077" cy="1114246"/>
      </dsp:txXfrm>
    </dsp:sp>
    <dsp:sp modelId="{8A2E1D95-AE57-40FA-B2E6-A33566E7E942}">
      <dsp:nvSpPr>
        <dsp:cNvPr id="0" name=""/>
        <dsp:cNvSpPr/>
      </dsp:nvSpPr>
      <dsp:spPr>
        <a:xfrm>
          <a:off x="2056008" y="799625"/>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t>Model is trained on the </a:t>
          </a:r>
          <a:r>
            <a:rPr lang="en-US" sz="1100" b="1" kern="1200"/>
            <a:t>preprocessed + augmented</a:t>
          </a:r>
          <a:r>
            <a:rPr lang="en-US" sz="1100" kern="1200"/>
            <a:t> CIFAR-10 subset.</a:t>
          </a:r>
        </a:p>
      </dsp:txBody>
      <dsp:txXfrm>
        <a:off x="2056008" y="799625"/>
        <a:ext cx="1857077" cy="1114246"/>
      </dsp:txXfrm>
    </dsp:sp>
    <dsp:sp modelId="{1C1CA69C-8937-4CDF-B83E-0BF1F2B7FBB7}">
      <dsp:nvSpPr>
        <dsp:cNvPr id="0" name=""/>
        <dsp:cNvSpPr/>
      </dsp:nvSpPr>
      <dsp:spPr>
        <a:xfrm>
          <a:off x="4087911" y="799625"/>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Train:</a:t>
          </a:r>
          <a:r>
            <a:rPr lang="en-US" sz="1100" kern="1200" dirty="0"/>
            <a:t> 7,000 images  </a:t>
          </a:r>
          <a:r>
            <a:rPr lang="en-US" sz="1100" b="1" kern="1200" dirty="0"/>
            <a:t>Validation:</a:t>
          </a:r>
          <a:r>
            <a:rPr lang="en-US" sz="1100" kern="1200" dirty="0"/>
            <a:t> 1,500 images</a:t>
          </a:r>
        </a:p>
      </dsp:txBody>
      <dsp:txXfrm>
        <a:off x="4087911" y="799625"/>
        <a:ext cx="1857077" cy="1114246"/>
      </dsp:txXfrm>
    </dsp:sp>
    <dsp:sp modelId="{8E7251ED-4D96-47F0-A4D3-B420B99A0D2D}">
      <dsp:nvSpPr>
        <dsp:cNvPr id="0" name=""/>
        <dsp:cNvSpPr/>
      </dsp:nvSpPr>
      <dsp:spPr>
        <a:xfrm>
          <a:off x="6130696" y="799625"/>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Loss Function</a:t>
          </a:r>
          <a:endParaRPr lang="en-US" sz="1100" kern="1200"/>
        </a:p>
      </dsp:txBody>
      <dsp:txXfrm>
        <a:off x="6130696" y="799625"/>
        <a:ext cx="1857077" cy="1114246"/>
      </dsp:txXfrm>
    </dsp:sp>
    <dsp:sp modelId="{EE1625E7-A404-4DFD-AB2F-0AF3C1E21D6F}">
      <dsp:nvSpPr>
        <dsp:cNvPr id="0" name=""/>
        <dsp:cNvSpPr/>
      </dsp:nvSpPr>
      <dsp:spPr>
        <a:xfrm>
          <a:off x="2340" y="2099579"/>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Categorical Cross-Entropy</a:t>
          </a:r>
          <a:endParaRPr lang="en-US" sz="1100" kern="1200"/>
        </a:p>
        <a:p>
          <a:pPr marL="57150" lvl="1" indent="-57150" algn="l" defTabSz="400050">
            <a:lnSpc>
              <a:spcPct val="90000"/>
            </a:lnSpc>
            <a:spcBef>
              <a:spcPct val="0"/>
            </a:spcBef>
            <a:spcAft>
              <a:spcPct val="15000"/>
            </a:spcAft>
            <a:buChar char="•"/>
          </a:pPr>
          <a:r>
            <a:rPr lang="en-US" sz="900" kern="1200" dirty="0"/>
            <a:t>Used for </a:t>
          </a:r>
          <a:r>
            <a:rPr lang="en-US" sz="900" b="1" kern="1200" dirty="0"/>
            <a:t>multi-class classification</a:t>
          </a:r>
          <a:r>
            <a:rPr lang="en-US" sz="900" kern="1200" dirty="0"/>
            <a:t> with 10 classes.</a:t>
          </a:r>
        </a:p>
        <a:p>
          <a:pPr marL="57150" lvl="1" indent="-57150" algn="l" defTabSz="400050">
            <a:lnSpc>
              <a:spcPct val="90000"/>
            </a:lnSpc>
            <a:spcBef>
              <a:spcPct val="0"/>
            </a:spcBef>
            <a:spcAft>
              <a:spcPct val="15000"/>
            </a:spcAft>
            <a:buChar char="•"/>
          </a:pPr>
          <a:r>
            <a:rPr lang="en-US" sz="900" kern="1200" dirty="0"/>
            <a:t>Measures how well the predicted probability distribution matches the true labels.</a:t>
          </a:r>
        </a:p>
      </dsp:txBody>
      <dsp:txXfrm>
        <a:off x="2340" y="2099579"/>
        <a:ext cx="1857077" cy="1114246"/>
      </dsp:txXfrm>
    </dsp:sp>
    <dsp:sp modelId="{EA34A3D6-D35A-451F-86A4-546436CF6CEC}">
      <dsp:nvSpPr>
        <dsp:cNvPr id="0" name=""/>
        <dsp:cNvSpPr/>
      </dsp:nvSpPr>
      <dsp:spPr>
        <a:xfrm>
          <a:off x="2045126" y="2099579"/>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Optimizer</a:t>
          </a:r>
          <a:endParaRPr lang="en-US" sz="1100" kern="1200"/>
        </a:p>
      </dsp:txBody>
      <dsp:txXfrm>
        <a:off x="2045126" y="2099579"/>
        <a:ext cx="1857077" cy="1114246"/>
      </dsp:txXfrm>
    </dsp:sp>
    <dsp:sp modelId="{ECA31976-0FA0-46EE-AE2A-7C0239923034}">
      <dsp:nvSpPr>
        <dsp:cNvPr id="0" name=""/>
        <dsp:cNvSpPr/>
      </dsp:nvSpPr>
      <dsp:spPr>
        <a:xfrm>
          <a:off x="4087911" y="2099579"/>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Adam optimizer</a:t>
          </a:r>
          <a:endParaRPr lang="en-US" sz="1100" kern="1200"/>
        </a:p>
        <a:p>
          <a:pPr marL="57150" lvl="1" indent="-57150" algn="l" defTabSz="400050">
            <a:lnSpc>
              <a:spcPct val="90000"/>
            </a:lnSpc>
            <a:spcBef>
              <a:spcPct val="0"/>
            </a:spcBef>
            <a:spcAft>
              <a:spcPct val="15000"/>
            </a:spcAft>
            <a:buChar char="•"/>
          </a:pPr>
          <a:r>
            <a:rPr lang="en-US" sz="900" kern="1200"/>
            <a:t>Learning rate </a:t>
          </a:r>
          <a:r>
            <a:rPr lang="en-US" sz="900" b="1" kern="1200"/>
            <a:t>0.001</a:t>
          </a:r>
          <a:endParaRPr lang="en-US" sz="900" kern="1200"/>
        </a:p>
        <a:p>
          <a:pPr marL="57150" lvl="1" indent="-57150" algn="l" defTabSz="400050">
            <a:lnSpc>
              <a:spcPct val="90000"/>
            </a:lnSpc>
            <a:spcBef>
              <a:spcPct val="0"/>
            </a:spcBef>
            <a:spcAft>
              <a:spcPct val="15000"/>
            </a:spcAft>
            <a:buChar char="•"/>
          </a:pPr>
          <a:r>
            <a:rPr lang="en-US" sz="900" kern="1200" dirty="0"/>
            <a:t>Adaptive updates for each parameter → </a:t>
          </a:r>
          <a:r>
            <a:rPr lang="en-US" sz="900" b="1" kern="1200" dirty="0"/>
            <a:t>faster and smoother convergence</a:t>
          </a:r>
          <a:r>
            <a:rPr lang="en-US" sz="900" kern="1200" dirty="0"/>
            <a:t> than plain SGD.</a:t>
          </a:r>
        </a:p>
      </dsp:txBody>
      <dsp:txXfrm>
        <a:off x="4087911" y="2099579"/>
        <a:ext cx="1857077" cy="1114246"/>
      </dsp:txXfrm>
    </dsp:sp>
    <dsp:sp modelId="{0DB960D2-EE04-4F15-B920-3A64E41D9483}">
      <dsp:nvSpPr>
        <dsp:cNvPr id="0" name=""/>
        <dsp:cNvSpPr/>
      </dsp:nvSpPr>
      <dsp:spPr>
        <a:xfrm>
          <a:off x="6130696" y="2099579"/>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Epochs and Batch Size</a:t>
          </a:r>
          <a:endParaRPr lang="en-US" sz="1100" kern="1200" dirty="0"/>
        </a:p>
      </dsp:txBody>
      <dsp:txXfrm>
        <a:off x="6130696" y="2099579"/>
        <a:ext cx="1857077" cy="1114246"/>
      </dsp:txXfrm>
    </dsp:sp>
    <dsp:sp modelId="{D83292A1-DC28-4027-B2BB-D10D9EA4B2AC}">
      <dsp:nvSpPr>
        <dsp:cNvPr id="0" name=""/>
        <dsp:cNvSpPr/>
      </dsp:nvSpPr>
      <dsp:spPr>
        <a:xfrm>
          <a:off x="2340" y="3399533"/>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Batch size:</a:t>
          </a:r>
          <a:r>
            <a:rPr lang="en-US" sz="1100" kern="1200" dirty="0"/>
            <a:t> 32 images per update</a:t>
          </a:r>
        </a:p>
      </dsp:txBody>
      <dsp:txXfrm>
        <a:off x="2340" y="3399533"/>
        <a:ext cx="1857077" cy="1114246"/>
      </dsp:txXfrm>
    </dsp:sp>
    <dsp:sp modelId="{EDCEFF3A-18FB-4E08-8B53-CEC7BC86CB5A}">
      <dsp:nvSpPr>
        <dsp:cNvPr id="0" name=""/>
        <dsp:cNvSpPr/>
      </dsp:nvSpPr>
      <dsp:spPr>
        <a:xfrm>
          <a:off x="2045126" y="3399533"/>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t>Maximum epochs:</a:t>
          </a:r>
          <a:r>
            <a:rPr lang="en-US" sz="1100" kern="1200" dirty="0"/>
            <a:t> 30</a:t>
          </a:r>
        </a:p>
      </dsp:txBody>
      <dsp:txXfrm>
        <a:off x="2045126" y="3399533"/>
        <a:ext cx="1857077" cy="1114246"/>
      </dsp:txXfrm>
    </dsp:sp>
    <dsp:sp modelId="{41922F8C-0B73-489A-AF05-31422C3AB9E0}">
      <dsp:nvSpPr>
        <dsp:cNvPr id="0" name=""/>
        <dsp:cNvSpPr/>
      </dsp:nvSpPr>
      <dsp:spPr>
        <a:xfrm>
          <a:off x="4087911" y="3399533"/>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Model can stop earlier if validation performance stops improving.</a:t>
          </a:r>
        </a:p>
      </dsp:txBody>
      <dsp:txXfrm>
        <a:off x="4087911" y="3399533"/>
        <a:ext cx="1857077" cy="1114246"/>
      </dsp:txXfrm>
    </dsp:sp>
    <dsp:sp modelId="{D21E7279-DBE8-42F0-A818-CF1B0628C953}">
      <dsp:nvSpPr>
        <dsp:cNvPr id="0" name=""/>
        <dsp:cNvSpPr/>
      </dsp:nvSpPr>
      <dsp:spPr>
        <a:xfrm>
          <a:off x="6130696" y="3399533"/>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Learning Rate Scheduler</a:t>
          </a:r>
          <a:endParaRPr lang="en-US" sz="1100" kern="1200"/>
        </a:p>
      </dsp:txBody>
      <dsp:txXfrm>
        <a:off x="6130696" y="3399533"/>
        <a:ext cx="1857077" cy="1114246"/>
      </dsp:txXfrm>
    </dsp:sp>
    <dsp:sp modelId="{E6A3F73B-C538-4BD2-B8E6-5BAF400D9EC6}">
      <dsp:nvSpPr>
        <dsp:cNvPr id="0" name=""/>
        <dsp:cNvSpPr/>
      </dsp:nvSpPr>
      <dsp:spPr>
        <a:xfrm>
          <a:off x="2340" y="4699488"/>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ReduceLROnPlateau</a:t>
          </a:r>
          <a:endParaRPr lang="en-US" sz="1100" kern="1200"/>
        </a:p>
        <a:p>
          <a:pPr marL="57150" lvl="1" indent="-57150" algn="l" defTabSz="400050">
            <a:lnSpc>
              <a:spcPct val="90000"/>
            </a:lnSpc>
            <a:spcBef>
              <a:spcPct val="0"/>
            </a:spcBef>
            <a:spcAft>
              <a:spcPct val="15000"/>
            </a:spcAft>
            <a:buChar char="•"/>
          </a:pPr>
          <a:r>
            <a:rPr lang="en-US" sz="900" kern="1200"/>
            <a:t>Monitors </a:t>
          </a:r>
          <a:r>
            <a:rPr lang="en-US" sz="900" b="1" kern="1200"/>
            <a:t>validation loss</a:t>
          </a:r>
          <a:r>
            <a:rPr lang="en-US" sz="900" kern="1200"/>
            <a:t>.</a:t>
          </a:r>
        </a:p>
        <a:p>
          <a:pPr marL="57150" lvl="1" indent="-57150" algn="l" defTabSz="400050">
            <a:lnSpc>
              <a:spcPct val="90000"/>
            </a:lnSpc>
            <a:spcBef>
              <a:spcPct val="0"/>
            </a:spcBef>
            <a:spcAft>
              <a:spcPct val="15000"/>
            </a:spcAft>
            <a:buChar char="•"/>
          </a:pPr>
          <a:r>
            <a:rPr lang="en-US" sz="900" kern="1200" dirty="0"/>
            <a:t>If it does not improve for a few epochs, the learning rate is </a:t>
          </a:r>
          <a:r>
            <a:rPr lang="en-US" sz="900" b="1" kern="1200" dirty="0"/>
            <a:t>reduced</a:t>
          </a:r>
          <a:r>
            <a:rPr lang="en-US" sz="900" kern="1200" dirty="0"/>
            <a:t> to allow finer updates.</a:t>
          </a:r>
        </a:p>
      </dsp:txBody>
      <dsp:txXfrm>
        <a:off x="2340" y="4699488"/>
        <a:ext cx="1857077" cy="1114246"/>
      </dsp:txXfrm>
    </dsp:sp>
    <dsp:sp modelId="{2B30E78F-6369-4900-8E9E-ED3B21CCA82A}">
      <dsp:nvSpPr>
        <dsp:cNvPr id="0" name=""/>
        <dsp:cNvSpPr/>
      </dsp:nvSpPr>
      <dsp:spPr>
        <a:xfrm>
          <a:off x="2045126" y="4699488"/>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a:t>Early Stopping &amp; Best Model</a:t>
          </a:r>
          <a:endParaRPr lang="en-US" sz="1100" kern="1200"/>
        </a:p>
      </dsp:txBody>
      <dsp:txXfrm>
        <a:off x="2045126" y="4699488"/>
        <a:ext cx="1857077" cy="1114246"/>
      </dsp:txXfrm>
    </dsp:sp>
    <dsp:sp modelId="{1B7E77DC-CCD0-4203-8FD1-86EFE3510C5B}">
      <dsp:nvSpPr>
        <dsp:cNvPr id="0" name=""/>
        <dsp:cNvSpPr/>
      </dsp:nvSpPr>
      <dsp:spPr>
        <a:xfrm>
          <a:off x="4087911" y="4699488"/>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EarlyStopping</a:t>
          </a:r>
          <a:endParaRPr lang="en-US" sz="1100" kern="1200"/>
        </a:p>
        <a:p>
          <a:pPr marL="57150" lvl="1" indent="-57150" algn="l" defTabSz="400050">
            <a:lnSpc>
              <a:spcPct val="90000"/>
            </a:lnSpc>
            <a:spcBef>
              <a:spcPct val="0"/>
            </a:spcBef>
            <a:spcAft>
              <a:spcPct val="15000"/>
            </a:spcAft>
            <a:buChar char="•"/>
          </a:pPr>
          <a:r>
            <a:rPr lang="en-US" sz="900" kern="1200" dirty="0"/>
            <a:t>Stops training when </a:t>
          </a:r>
          <a:r>
            <a:rPr lang="en-US" sz="900" b="1" kern="1200" dirty="0"/>
            <a:t>validation loss</a:t>
          </a:r>
          <a:r>
            <a:rPr lang="en-US" sz="900" kern="1200" dirty="0"/>
            <a:t> stops improving for several epochs.</a:t>
          </a:r>
        </a:p>
        <a:p>
          <a:pPr marL="57150" lvl="1" indent="-57150" algn="l" defTabSz="400050">
            <a:lnSpc>
              <a:spcPct val="90000"/>
            </a:lnSpc>
            <a:spcBef>
              <a:spcPct val="0"/>
            </a:spcBef>
            <a:spcAft>
              <a:spcPct val="15000"/>
            </a:spcAft>
            <a:buChar char="•"/>
          </a:pPr>
          <a:r>
            <a:rPr lang="en-US" sz="900" kern="1200"/>
            <a:t>Helps to </a:t>
          </a:r>
          <a:r>
            <a:rPr lang="en-US" sz="900" b="1" kern="1200"/>
            <a:t>avoid overfitting</a:t>
          </a:r>
          <a:r>
            <a:rPr lang="en-US" sz="900" kern="1200"/>
            <a:t>.</a:t>
          </a:r>
        </a:p>
      </dsp:txBody>
      <dsp:txXfrm>
        <a:off x="4087911" y="4699488"/>
        <a:ext cx="1857077" cy="1114246"/>
      </dsp:txXfrm>
    </dsp:sp>
    <dsp:sp modelId="{FE0DFD9A-E39F-4673-BCAB-A87A13F2084A}">
      <dsp:nvSpPr>
        <dsp:cNvPr id="0" name=""/>
        <dsp:cNvSpPr/>
      </dsp:nvSpPr>
      <dsp:spPr>
        <a:xfrm>
          <a:off x="6130696" y="4699488"/>
          <a:ext cx="1857077" cy="111424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ModelCheckpoint</a:t>
          </a:r>
          <a:endParaRPr lang="en-US" sz="1100" kern="1200"/>
        </a:p>
        <a:p>
          <a:pPr marL="57150" lvl="1" indent="-57150" algn="l" defTabSz="400050">
            <a:lnSpc>
              <a:spcPct val="90000"/>
            </a:lnSpc>
            <a:spcBef>
              <a:spcPct val="0"/>
            </a:spcBef>
            <a:spcAft>
              <a:spcPct val="15000"/>
            </a:spcAft>
            <a:buChar char="•"/>
          </a:pPr>
          <a:r>
            <a:rPr lang="en-US" sz="900" kern="1200" dirty="0"/>
            <a:t>Saves the </a:t>
          </a:r>
          <a:r>
            <a:rPr lang="en-US" sz="900" b="1" kern="1200" dirty="0"/>
            <a:t>best model weights</a:t>
          </a:r>
          <a:r>
            <a:rPr lang="en-US" sz="900" kern="1200" dirty="0"/>
            <a:t> based on validation loss.</a:t>
          </a:r>
        </a:p>
      </dsp:txBody>
      <dsp:txXfrm>
        <a:off x="6130696" y="4699488"/>
        <a:ext cx="1857077" cy="11142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CF36D-1363-492E-B377-64FC0BDA3CED}">
      <dsp:nvSpPr>
        <dsp:cNvPr id="0" name=""/>
        <dsp:cNvSpPr/>
      </dsp:nvSpPr>
      <dsp:spPr>
        <a:xfrm>
          <a:off x="1785100" y="864298"/>
          <a:ext cx="343454" cy="91440"/>
        </a:xfrm>
        <a:custGeom>
          <a:avLst/>
          <a:gdLst/>
          <a:ahLst/>
          <a:cxnLst/>
          <a:rect l="0" t="0" r="0" b="0"/>
          <a:pathLst>
            <a:path>
              <a:moveTo>
                <a:pt x="0" y="45720"/>
              </a:moveTo>
              <a:lnTo>
                <a:pt x="343454"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47476" y="908146"/>
        <a:ext cx="18702" cy="3744"/>
      </dsp:txXfrm>
    </dsp:sp>
    <dsp:sp modelId="{A1FDBF41-3A5D-44F4-BCB2-60F518861827}">
      <dsp:nvSpPr>
        <dsp:cNvPr id="0" name=""/>
        <dsp:cNvSpPr/>
      </dsp:nvSpPr>
      <dsp:spPr>
        <a:xfrm>
          <a:off x="6825" y="298434"/>
          <a:ext cx="1780075" cy="1223166"/>
        </a:xfrm>
        <a:prstGeom prst="rect">
          <a:avLst/>
        </a:prstGeom>
        <a:solidFill>
          <a:schemeClr val="lt1"/>
        </a:solidFill>
        <a:ln w="1905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Training loss </a:t>
          </a:r>
          <a:r>
            <a:rPr lang="en-US" sz="1200" b="1" kern="1200" dirty="0"/>
            <a:t>decreases steadily</a:t>
          </a:r>
          <a:r>
            <a:rPr lang="en-US" sz="1200" kern="1200" dirty="0"/>
            <a:t> across epochs, showing that the model is learning patterns from the training data.</a:t>
          </a:r>
        </a:p>
      </dsp:txBody>
      <dsp:txXfrm>
        <a:off x="6825" y="298434"/>
        <a:ext cx="1780075" cy="1223166"/>
      </dsp:txXfrm>
    </dsp:sp>
    <dsp:sp modelId="{1B249A84-6221-45B5-A987-E07DD7DB1117}">
      <dsp:nvSpPr>
        <dsp:cNvPr id="0" name=""/>
        <dsp:cNvSpPr/>
      </dsp:nvSpPr>
      <dsp:spPr>
        <a:xfrm>
          <a:off x="4126436" y="864298"/>
          <a:ext cx="343454" cy="91440"/>
        </a:xfrm>
        <a:custGeom>
          <a:avLst/>
          <a:gdLst/>
          <a:ahLst/>
          <a:cxnLst/>
          <a:rect l="0" t="0" r="0" b="0"/>
          <a:pathLst>
            <a:path>
              <a:moveTo>
                <a:pt x="0" y="45720"/>
              </a:moveTo>
              <a:lnTo>
                <a:pt x="343454"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88811" y="908146"/>
        <a:ext cx="18702" cy="3744"/>
      </dsp:txXfrm>
    </dsp:sp>
    <dsp:sp modelId="{EB062DD1-821A-4957-BD48-9A8AA1C0E2DD}">
      <dsp:nvSpPr>
        <dsp:cNvPr id="0" name=""/>
        <dsp:cNvSpPr/>
      </dsp:nvSpPr>
      <dsp:spPr>
        <a:xfrm>
          <a:off x="2160954" y="247893"/>
          <a:ext cx="1967281" cy="1324249"/>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Validation loss is </a:t>
          </a:r>
          <a:r>
            <a:rPr lang="en-US" sz="1200" b="1" kern="1200" dirty="0"/>
            <a:t>higher than training loss</a:t>
          </a:r>
          <a:r>
            <a:rPr lang="en-US" sz="1200" kern="1200" dirty="0"/>
            <a:t> and shows </a:t>
          </a:r>
          <a:r>
            <a:rPr lang="en-US" sz="1200" b="1" kern="1200" dirty="0"/>
            <a:t>small fluctuations</a:t>
          </a:r>
          <a:r>
            <a:rPr lang="en-US" sz="1200" kern="1200" dirty="0"/>
            <a:t> after some point, which indicates </a:t>
          </a:r>
          <a:r>
            <a:rPr lang="en-US" sz="1200" b="1" kern="1200" dirty="0"/>
            <a:t>mild overfitting</a:t>
          </a:r>
          <a:r>
            <a:rPr lang="en-US" sz="1200" kern="1200" dirty="0"/>
            <a:t> but still stable learning.</a:t>
          </a:r>
        </a:p>
      </dsp:txBody>
      <dsp:txXfrm>
        <a:off x="2160954" y="247893"/>
        <a:ext cx="1967281" cy="1324249"/>
      </dsp:txXfrm>
    </dsp:sp>
    <dsp:sp modelId="{D82B8BCB-392A-4DA8-B2FB-98301616CC7D}">
      <dsp:nvSpPr>
        <dsp:cNvPr id="0" name=""/>
        <dsp:cNvSpPr/>
      </dsp:nvSpPr>
      <dsp:spPr>
        <a:xfrm>
          <a:off x="6413744" y="864298"/>
          <a:ext cx="343454" cy="91440"/>
        </a:xfrm>
        <a:custGeom>
          <a:avLst/>
          <a:gdLst/>
          <a:ahLst/>
          <a:cxnLst/>
          <a:rect l="0" t="0" r="0" b="0"/>
          <a:pathLst>
            <a:path>
              <a:moveTo>
                <a:pt x="0" y="45720"/>
              </a:moveTo>
              <a:lnTo>
                <a:pt x="343454"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576120" y="908146"/>
        <a:ext cx="18702" cy="3744"/>
      </dsp:txXfrm>
    </dsp:sp>
    <dsp:sp modelId="{FDECEA8D-2966-4714-8EAC-4BE4C0F97455}">
      <dsp:nvSpPr>
        <dsp:cNvPr id="0" name=""/>
        <dsp:cNvSpPr/>
      </dsp:nvSpPr>
      <dsp:spPr>
        <a:xfrm>
          <a:off x="4502290" y="390007"/>
          <a:ext cx="1913254" cy="104002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At the beginning, both training and validation accuracy are </a:t>
          </a:r>
          <a:r>
            <a:rPr lang="en-US" sz="1200" b="1" kern="1200" dirty="0"/>
            <a:t>low</a:t>
          </a:r>
          <a:r>
            <a:rPr lang="en-US" sz="1200" kern="1200" dirty="0"/>
            <a:t>, close to random.</a:t>
          </a:r>
        </a:p>
      </dsp:txBody>
      <dsp:txXfrm>
        <a:off x="4502290" y="390007"/>
        <a:ext cx="1913254" cy="1040020"/>
      </dsp:txXfrm>
    </dsp:sp>
    <dsp:sp modelId="{37409534-AE44-495A-847B-3DB882BC9854}">
      <dsp:nvSpPr>
        <dsp:cNvPr id="0" name=""/>
        <dsp:cNvSpPr/>
      </dsp:nvSpPr>
      <dsp:spPr>
        <a:xfrm>
          <a:off x="8871638" y="864298"/>
          <a:ext cx="343454" cy="91440"/>
        </a:xfrm>
        <a:custGeom>
          <a:avLst/>
          <a:gdLst/>
          <a:ahLst/>
          <a:cxnLst/>
          <a:rect l="0" t="0" r="0" b="0"/>
          <a:pathLst>
            <a:path>
              <a:moveTo>
                <a:pt x="0" y="45720"/>
              </a:moveTo>
              <a:lnTo>
                <a:pt x="343454"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034014" y="908146"/>
        <a:ext cx="18702" cy="3744"/>
      </dsp:txXfrm>
    </dsp:sp>
    <dsp:sp modelId="{B7EE419F-E932-4C06-BFCC-266FB7F4CF60}">
      <dsp:nvSpPr>
        <dsp:cNvPr id="0" name=""/>
        <dsp:cNvSpPr/>
      </dsp:nvSpPr>
      <dsp:spPr>
        <a:xfrm>
          <a:off x="6789599" y="248483"/>
          <a:ext cx="2083839" cy="132306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As epochs increase, </a:t>
          </a:r>
          <a:r>
            <a:rPr lang="en-US" sz="1200" b="1" kern="1200" dirty="0"/>
            <a:t>training accuracy keeps rising</a:t>
          </a:r>
          <a:r>
            <a:rPr lang="en-US" sz="1200" kern="1200" dirty="0"/>
            <a:t> and reaches around </a:t>
          </a:r>
          <a:r>
            <a:rPr lang="en-US" sz="1200" b="1" kern="1200" dirty="0"/>
            <a:t>60%</a:t>
          </a:r>
          <a:r>
            <a:rPr lang="en-US" sz="1200" kern="1200" dirty="0"/>
            <a:t>, while </a:t>
          </a:r>
          <a:r>
            <a:rPr lang="en-US" sz="1200" b="1" kern="1200" dirty="0"/>
            <a:t>validation accuracy increases and stabilizes around ~45–50%</a:t>
          </a:r>
          <a:r>
            <a:rPr lang="en-US" sz="1200" kern="1200" dirty="0"/>
            <a:t>.</a:t>
          </a:r>
        </a:p>
      </dsp:txBody>
      <dsp:txXfrm>
        <a:off x="6789599" y="248483"/>
        <a:ext cx="2083839" cy="1323068"/>
      </dsp:txXfrm>
    </dsp:sp>
    <dsp:sp modelId="{5D505984-08CA-45DE-A078-20C2901BA628}">
      <dsp:nvSpPr>
        <dsp:cNvPr id="0" name=""/>
        <dsp:cNvSpPr/>
      </dsp:nvSpPr>
      <dsp:spPr>
        <a:xfrm>
          <a:off x="819986" y="1511151"/>
          <a:ext cx="9375538" cy="701272"/>
        </a:xfrm>
        <a:custGeom>
          <a:avLst/>
          <a:gdLst/>
          <a:ahLst/>
          <a:cxnLst/>
          <a:rect l="0" t="0" r="0" b="0"/>
          <a:pathLst>
            <a:path>
              <a:moveTo>
                <a:pt x="9375538" y="0"/>
              </a:moveTo>
              <a:lnTo>
                <a:pt x="9375538" y="367736"/>
              </a:lnTo>
              <a:lnTo>
                <a:pt x="0" y="367736"/>
              </a:lnTo>
              <a:lnTo>
                <a:pt x="0" y="701272"/>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72654" y="1859915"/>
        <a:ext cx="470203" cy="3744"/>
      </dsp:txXfrm>
    </dsp:sp>
    <dsp:sp modelId="{F829275E-4ADA-44F7-960D-52F570231363}">
      <dsp:nvSpPr>
        <dsp:cNvPr id="0" name=""/>
        <dsp:cNvSpPr/>
      </dsp:nvSpPr>
      <dsp:spPr>
        <a:xfrm>
          <a:off x="9247492" y="307085"/>
          <a:ext cx="1896064" cy="1205866"/>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After a certain number of epochs, validation accuracy </a:t>
          </a:r>
          <a:r>
            <a:rPr lang="en-US" sz="1200" b="1" kern="1200" dirty="0"/>
            <a:t>does not improve much</a:t>
          </a:r>
          <a:r>
            <a:rPr lang="en-US" sz="1200" kern="1200" dirty="0"/>
            <a:t>, meaning the model has reached its current capacity with this data and setup.</a:t>
          </a:r>
        </a:p>
      </dsp:txBody>
      <dsp:txXfrm>
        <a:off x="9247492" y="307085"/>
        <a:ext cx="1896064" cy="1205866"/>
      </dsp:txXfrm>
    </dsp:sp>
    <dsp:sp modelId="{C01A1903-954C-475E-80B2-30EC728D612C}">
      <dsp:nvSpPr>
        <dsp:cNvPr id="0" name=""/>
        <dsp:cNvSpPr/>
      </dsp:nvSpPr>
      <dsp:spPr>
        <a:xfrm>
          <a:off x="1631348" y="2687000"/>
          <a:ext cx="343454" cy="91440"/>
        </a:xfrm>
        <a:custGeom>
          <a:avLst/>
          <a:gdLst/>
          <a:ahLst/>
          <a:cxnLst/>
          <a:rect l="0" t="0" r="0" b="0"/>
          <a:pathLst>
            <a:path>
              <a:moveTo>
                <a:pt x="0" y="45720"/>
              </a:moveTo>
              <a:lnTo>
                <a:pt x="343454"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793723" y="2730848"/>
        <a:ext cx="18702" cy="3744"/>
      </dsp:txXfrm>
    </dsp:sp>
    <dsp:sp modelId="{54D58BF6-2434-490A-9E99-F081E70D181D}">
      <dsp:nvSpPr>
        <dsp:cNvPr id="0" name=""/>
        <dsp:cNvSpPr/>
      </dsp:nvSpPr>
      <dsp:spPr>
        <a:xfrm>
          <a:off x="6825" y="2244824"/>
          <a:ext cx="1626322" cy="97579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b="1" kern="1200"/>
            <a:t>Graph Analysis</a:t>
          </a:r>
          <a:endParaRPr lang="en-US" sz="1200" kern="1200"/>
        </a:p>
      </dsp:txBody>
      <dsp:txXfrm>
        <a:off x="6825" y="2244824"/>
        <a:ext cx="1626322" cy="975793"/>
      </dsp:txXfrm>
    </dsp:sp>
    <dsp:sp modelId="{4171C38B-7EC4-4243-A0A0-0688796F7B5E}">
      <dsp:nvSpPr>
        <dsp:cNvPr id="0" name=""/>
        <dsp:cNvSpPr/>
      </dsp:nvSpPr>
      <dsp:spPr>
        <a:xfrm>
          <a:off x="4158019" y="2687000"/>
          <a:ext cx="343454" cy="91440"/>
        </a:xfrm>
        <a:custGeom>
          <a:avLst/>
          <a:gdLst/>
          <a:ahLst/>
          <a:cxnLst/>
          <a:rect l="0" t="0" r="0" b="0"/>
          <a:pathLst>
            <a:path>
              <a:moveTo>
                <a:pt x="0" y="45720"/>
              </a:moveTo>
              <a:lnTo>
                <a:pt x="343454"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20394" y="2730848"/>
        <a:ext cx="18702" cy="3744"/>
      </dsp:txXfrm>
    </dsp:sp>
    <dsp:sp modelId="{82FFBFB2-CAF9-44CB-9096-B9466B90A3DE}">
      <dsp:nvSpPr>
        <dsp:cNvPr id="0" name=""/>
        <dsp:cNvSpPr/>
      </dsp:nvSpPr>
      <dsp:spPr>
        <a:xfrm>
          <a:off x="2007202" y="2103621"/>
          <a:ext cx="2152616" cy="125819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The curves show that the model is </a:t>
          </a:r>
          <a:r>
            <a:rPr lang="en-US" sz="1200" b="1" kern="1200" dirty="0"/>
            <a:t>well-fitted to the training data</a:t>
          </a:r>
          <a:r>
            <a:rPr lang="en-US" sz="1200" kern="1200" dirty="0"/>
            <a:t>, but its </a:t>
          </a:r>
          <a:r>
            <a:rPr lang="en-US" sz="1200" b="1" kern="1200" dirty="0"/>
            <a:t>generalization on unseen data is limited</a:t>
          </a:r>
          <a:r>
            <a:rPr lang="en-US" sz="1200" kern="1200" dirty="0"/>
            <a:t> because of the </a:t>
          </a:r>
          <a:r>
            <a:rPr lang="en-US" sz="1200" b="1" kern="1200" dirty="0"/>
            <a:t>small dataset size and lightweight architecture</a:t>
          </a:r>
          <a:r>
            <a:rPr lang="en-US" sz="1200" kern="1200" dirty="0"/>
            <a:t>.</a:t>
          </a:r>
        </a:p>
      </dsp:txBody>
      <dsp:txXfrm>
        <a:off x="2007202" y="2103621"/>
        <a:ext cx="2152616" cy="1258197"/>
      </dsp:txXfrm>
    </dsp:sp>
    <dsp:sp modelId="{DC01FA6A-0421-4D7B-ABD5-AFF9336B49F4}">
      <dsp:nvSpPr>
        <dsp:cNvPr id="0" name=""/>
        <dsp:cNvSpPr/>
      </dsp:nvSpPr>
      <dsp:spPr>
        <a:xfrm>
          <a:off x="6503924" y="2687000"/>
          <a:ext cx="343454" cy="91440"/>
        </a:xfrm>
        <a:custGeom>
          <a:avLst/>
          <a:gdLst/>
          <a:ahLst/>
          <a:cxnLst/>
          <a:rect l="0" t="0" r="0" b="0"/>
          <a:pathLst>
            <a:path>
              <a:moveTo>
                <a:pt x="0" y="45720"/>
              </a:moveTo>
              <a:lnTo>
                <a:pt x="343454" y="45720"/>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66300" y="2730848"/>
        <a:ext cx="18702" cy="3744"/>
      </dsp:txXfrm>
    </dsp:sp>
    <dsp:sp modelId="{07B07B80-BE91-4580-8DEB-77656D856342}">
      <dsp:nvSpPr>
        <dsp:cNvPr id="0" name=""/>
        <dsp:cNvSpPr/>
      </dsp:nvSpPr>
      <dsp:spPr>
        <a:xfrm>
          <a:off x="4533873" y="2101035"/>
          <a:ext cx="1971851" cy="1263369"/>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a:t>Performance could be improved by </a:t>
          </a:r>
          <a:r>
            <a:rPr lang="en-US" sz="1200" b="1" kern="1200"/>
            <a:t>more data</a:t>
          </a:r>
          <a:r>
            <a:rPr lang="en-US" sz="1200" kern="1200"/>
            <a:t>, </a:t>
          </a:r>
          <a:r>
            <a:rPr lang="en-US" sz="1200" b="1" kern="1200"/>
            <a:t>stronger regularization</a:t>
          </a:r>
          <a:r>
            <a:rPr lang="en-US" sz="1200" kern="1200"/>
            <a:t>, or </a:t>
          </a:r>
          <a:r>
            <a:rPr lang="en-US" sz="1200" b="1" kern="1200"/>
            <a:t>further tuning</a:t>
          </a:r>
          <a:r>
            <a:rPr lang="en-US" sz="1200" kern="1200"/>
            <a:t> of hyperparameters (e.g., learning rate, augmentation strength, extra dropout).</a:t>
          </a:r>
        </a:p>
      </dsp:txBody>
      <dsp:txXfrm>
        <a:off x="4533873" y="2101035"/>
        <a:ext cx="1971851" cy="1263369"/>
      </dsp:txXfrm>
    </dsp:sp>
    <dsp:sp modelId="{33FDE155-2F53-42DA-96ED-A069553EE36E}">
      <dsp:nvSpPr>
        <dsp:cNvPr id="0" name=""/>
        <dsp:cNvSpPr/>
      </dsp:nvSpPr>
      <dsp:spPr>
        <a:xfrm>
          <a:off x="6879778" y="1946197"/>
          <a:ext cx="2101143" cy="157304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691" tIns="83650" rIns="79691" bIns="83650" numCol="1" spcCol="1270" anchor="ctr" anchorCtr="0">
          <a:noAutofit/>
        </a:bodyPr>
        <a:lstStyle/>
        <a:p>
          <a:pPr marL="0" lvl="0" indent="0" algn="ctr" defTabSz="533400">
            <a:lnSpc>
              <a:spcPct val="90000"/>
            </a:lnSpc>
            <a:spcBef>
              <a:spcPct val="0"/>
            </a:spcBef>
            <a:spcAft>
              <a:spcPct val="35000"/>
            </a:spcAft>
            <a:buNone/>
          </a:pPr>
          <a:r>
            <a:rPr lang="en-US" sz="1200" kern="1200" dirty="0"/>
            <a:t>The </a:t>
          </a:r>
          <a:r>
            <a:rPr lang="en-US" sz="1200" b="1" kern="1200" dirty="0"/>
            <a:t>loss and accuracy graphs</a:t>
          </a:r>
          <a:r>
            <a:rPr lang="en-US" sz="1200" kern="1200" dirty="0"/>
            <a:t> are generated in our training code using </a:t>
          </a:r>
          <a:r>
            <a:rPr lang="en-US" sz="1200" b="1" kern="1200" dirty="0"/>
            <a:t>Matplotlib</a:t>
          </a:r>
          <a:r>
            <a:rPr lang="en-US" sz="1200" kern="1200" dirty="0"/>
            <a:t> and saved as an image (e.g., training_metrics.png) and then added to the PPT.</a:t>
          </a:r>
        </a:p>
      </dsp:txBody>
      <dsp:txXfrm>
        <a:off x="6879778" y="1946197"/>
        <a:ext cx="2101143" cy="157304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E34BA9-D504-4265-9B54-4E315B8328B3}">
      <dsp:nvSpPr>
        <dsp:cNvPr id="0" name=""/>
        <dsp:cNvSpPr/>
      </dsp:nvSpPr>
      <dsp:spPr>
        <a:xfrm>
          <a:off x="7619" y="511473"/>
          <a:ext cx="1889067" cy="56672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278" tIns="149278" rIns="149278" bIns="149278" numCol="1" spcCol="1270" anchor="ctr" anchorCtr="0">
          <a:noAutofit/>
        </a:bodyPr>
        <a:lstStyle/>
        <a:p>
          <a:pPr marL="0" lvl="0" indent="0" algn="ctr" defTabSz="844550">
            <a:lnSpc>
              <a:spcPct val="90000"/>
            </a:lnSpc>
            <a:spcBef>
              <a:spcPct val="0"/>
            </a:spcBef>
            <a:spcAft>
              <a:spcPct val="35000"/>
            </a:spcAft>
            <a:buNone/>
          </a:pPr>
          <a:r>
            <a:rPr lang="en-US" sz="1900" kern="1200"/>
            <a:t>Try</a:t>
          </a:r>
        </a:p>
      </dsp:txBody>
      <dsp:txXfrm>
        <a:off x="7619" y="511473"/>
        <a:ext cx="1889067" cy="566720"/>
      </dsp:txXfrm>
    </dsp:sp>
    <dsp:sp modelId="{84DF03A5-73E5-49E6-8282-61DBE65DA6C2}">
      <dsp:nvSpPr>
        <dsp:cNvPr id="0" name=""/>
        <dsp:cNvSpPr/>
      </dsp:nvSpPr>
      <dsp:spPr>
        <a:xfrm>
          <a:off x="7619" y="1078194"/>
          <a:ext cx="1889067" cy="133989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598" tIns="186598" rIns="186598" bIns="186598" numCol="1" spcCol="1270" anchor="t" anchorCtr="0">
          <a:noAutofit/>
        </a:bodyPr>
        <a:lstStyle/>
        <a:p>
          <a:pPr marL="0" lvl="0" indent="0" algn="l" defTabSz="622300">
            <a:lnSpc>
              <a:spcPct val="90000"/>
            </a:lnSpc>
            <a:spcBef>
              <a:spcPct val="0"/>
            </a:spcBef>
            <a:spcAft>
              <a:spcPct val="35000"/>
            </a:spcAft>
            <a:buNone/>
          </a:pPr>
          <a:r>
            <a:rPr lang="en-US" sz="1400" kern="1200" dirty="0"/>
            <a:t>Try a slightly deeper / improved CNN while keeping it lightweight.</a:t>
          </a:r>
        </a:p>
      </dsp:txBody>
      <dsp:txXfrm>
        <a:off x="7619" y="1078194"/>
        <a:ext cx="1889067" cy="1339894"/>
      </dsp:txXfrm>
    </dsp:sp>
    <dsp:sp modelId="{B88004C6-F4EA-4DD1-907F-06CE2DD68D2A}">
      <dsp:nvSpPr>
        <dsp:cNvPr id="0" name=""/>
        <dsp:cNvSpPr/>
      </dsp:nvSpPr>
      <dsp:spPr>
        <a:xfrm>
          <a:off x="2004581" y="511473"/>
          <a:ext cx="1889067" cy="56672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278" tIns="149278" rIns="149278" bIns="149278" numCol="1" spcCol="1270" anchor="ctr" anchorCtr="0">
          <a:noAutofit/>
        </a:bodyPr>
        <a:lstStyle/>
        <a:p>
          <a:pPr marL="0" lvl="0" indent="0" algn="ctr" defTabSz="844550">
            <a:lnSpc>
              <a:spcPct val="90000"/>
            </a:lnSpc>
            <a:spcBef>
              <a:spcPct val="0"/>
            </a:spcBef>
            <a:spcAft>
              <a:spcPct val="35000"/>
            </a:spcAft>
            <a:buNone/>
          </a:pPr>
          <a:r>
            <a:rPr lang="en-US" sz="1900" kern="1200"/>
            <a:t>Do</a:t>
          </a:r>
        </a:p>
      </dsp:txBody>
      <dsp:txXfrm>
        <a:off x="2004581" y="511473"/>
        <a:ext cx="1889067" cy="566720"/>
      </dsp:txXfrm>
    </dsp:sp>
    <dsp:sp modelId="{DEB7FFCD-0D16-498C-B075-1BA6E02FA3A3}">
      <dsp:nvSpPr>
        <dsp:cNvPr id="0" name=""/>
        <dsp:cNvSpPr/>
      </dsp:nvSpPr>
      <dsp:spPr>
        <a:xfrm>
          <a:off x="2004581" y="1078194"/>
          <a:ext cx="1889067" cy="133989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598" tIns="186598" rIns="186598" bIns="186598" numCol="1" spcCol="1270" anchor="t" anchorCtr="0">
          <a:noAutofit/>
        </a:bodyPr>
        <a:lstStyle/>
        <a:p>
          <a:pPr marL="0" lvl="0" indent="0" algn="l" defTabSz="622300">
            <a:lnSpc>
              <a:spcPct val="90000"/>
            </a:lnSpc>
            <a:spcBef>
              <a:spcPct val="0"/>
            </a:spcBef>
            <a:spcAft>
              <a:spcPct val="35000"/>
            </a:spcAft>
            <a:buNone/>
          </a:pPr>
          <a:r>
            <a:rPr lang="en-US" sz="1400" kern="1200"/>
            <a:t>Do more hyperparameter tuning (learning rate, dropout, augmentation).</a:t>
          </a:r>
        </a:p>
      </dsp:txBody>
      <dsp:txXfrm>
        <a:off x="2004581" y="1078194"/>
        <a:ext cx="1889067" cy="1339894"/>
      </dsp:txXfrm>
    </dsp:sp>
    <dsp:sp modelId="{A9291230-627A-4B69-AC6D-B94CFEC91C6C}">
      <dsp:nvSpPr>
        <dsp:cNvPr id="0" name=""/>
        <dsp:cNvSpPr/>
      </dsp:nvSpPr>
      <dsp:spPr>
        <a:xfrm>
          <a:off x="4001542" y="511473"/>
          <a:ext cx="1889067" cy="56672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278" tIns="149278" rIns="149278" bIns="149278" numCol="1" spcCol="1270" anchor="ctr" anchorCtr="0">
          <a:noAutofit/>
        </a:bodyPr>
        <a:lstStyle/>
        <a:p>
          <a:pPr marL="0" lvl="0" indent="0" algn="ctr" defTabSz="844550">
            <a:lnSpc>
              <a:spcPct val="90000"/>
            </a:lnSpc>
            <a:spcBef>
              <a:spcPct val="0"/>
            </a:spcBef>
            <a:spcAft>
              <a:spcPct val="35000"/>
            </a:spcAft>
            <a:buNone/>
          </a:pPr>
          <a:r>
            <a:rPr lang="en-US" sz="1900" kern="1200"/>
            <a:t>Use</a:t>
          </a:r>
        </a:p>
      </dsp:txBody>
      <dsp:txXfrm>
        <a:off x="4001542" y="511473"/>
        <a:ext cx="1889067" cy="566720"/>
      </dsp:txXfrm>
    </dsp:sp>
    <dsp:sp modelId="{8B88626A-6AE4-4A95-8569-D18DA3AA3C11}">
      <dsp:nvSpPr>
        <dsp:cNvPr id="0" name=""/>
        <dsp:cNvSpPr/>
      </dsp:nvSpPr>
      <dsp:spPr>
        <a:xfrm>
          <a:off x="4001542" y="1078194"/>
          <a:ext cx="1889067" cy="133989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598" tIns="186598" rIns="186598" bIns="186598" numCol="1" spcCol="1270" anchor="t" anchorCtr="0">
          <a:noAutofit/>
        </a:bodyPr>
        <a:lstStyle/>
        <a:p>
          <a:pPr marL="0" lvl="0" indent="0" algn="l" defTabSz="622300">
            <a:lnSpc>
              <a:spcPct val="90000"/>
            </a:lnSpc>
            <a:spcBef>
              <a:spcPct val="0"/>
            </a:spcBef>
            <a:spcAft>
              <a:spcPct val="35000"/>
            </a:spcAft>
            <a:buNone/>
          </a:pPr>
          <a:r>
            <a:rPr lang="en-US" sz="1400" kern="1200"/>
            <a:t>Use a larger subset or full CIFAR-10 to reduce overfitting.</a:t>
          </a:r>
        </a:p>
      </dsp:txBody>
      <dsp:txXfrm>
        <a:off x="4001542" y="1078194"/>
        <a:ext cx="1889067" cy="1339894"/>
      </dsp:txXfrm>
    </dsp:sp>
    <dsp:sp modelId="{8FC2FC07-EA70-4631-885E-8B1EAD770B2D}">
      <dsp:nvSpPr>
        <dsp:cNvPr id="0" name=""/>
        <dsp:cNvSpPr/>
      </dsp:nvSpPr>
      <dsp:spPr>
        <a:xfrm>
          <a:off x="5998504" y="511473"/>
          <a:ext cx="1889067" cy="56672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278" tIns="149278" rIns="149278" bIns="149278" numCol="1" spcCol="1270" anchor="ctr" anchorCtr="0">
          <a:noAutofit/>
        </a:bodyPr>
        <a:lstStyle/>
        <a:p>
          <a:pPr marL="0" lvl="0" indent="0" algn="ctr" defTabSz="844550">
            <a:lnSpc>
              <a:spcPct val="90000"/>
            </a:lnSpc>
            <a:spcBef>
              <a:spcPct val="0"/>
            </a:spcBef>
            <a:spcAft>
              <a:spcPct val="35000"/>
            </a:spcAft>
            <a:buNone/>
          </a:pPr>
          <a:r>
            <a:rPr lang="en-US" sz="1900" kern="1200"/>
            <a:t>Compare</a:t>
          </a:r>
        </a:p>
      </dsp:txBody>
      <dsp:txXfrm>
        <a:off x="5998504" y="511473"/>
        <a:ext cx="1889067" cy="566720"/>
      </dsp:txXfrm>
    </dsp:sp>
    <dsp:sp modelId="{88765DC7-90E3-4644-8D67-3745ACBCD8DD}">
      <dsp:nvSpPr>
        <dsp:cNvPr id="0" name=""/>
        <dsp:cNvSpPr/>
      </dsp:nvSpPr>
      <dsp:spPr>
        <a:xfrm>
          <a:off x="5998504" y="1078194"/>
          <a:ext cx="1889067" cy="133989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6598" tIns="186598" rIns="186598" bIns="186598" numCol="1" spcCol="1270" anchor="t" anchorCtr="0">
          <a:noAutofit/>
        </a:bodyPr>
        <a:lstStyle/>
        <a:p>
          <a:pPr marL="0" lvl="0" indent="0" algn="l" defTabSz="622300">
            <a:lnSpc>
              <a:spcPct val="90000"/>
            </a:lnSpc>
            <a:spcBef>
              <a:spcPct val="0"/>
            </a:spcBef>
            <a:spcAft>
              <a:spcPct val="35000"/>
            </a:spcAft>
            <a:buNone/>
          </a:pPr>
          <a:r>
            <a:rPr lang="en-US" sz="1400" kern="1200"/>
            <a:t>Compare with other models as baselines in future.</a:t>
          </a:r>
        </a:p>
      </dsp:txBody>
      <dsp:txXfrm>
        <a:off x="5998504" y="1078194"/>
        <a:ext cx="1889067" cy="133989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E1E72D-4664-4F2A-99D9-ECE3C231735C}"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4DD0-90DE-41D9-B13F-1EEB63D22FA9}" type="slidenum">
              <a:rPr lang="en-US" smtClean="0"/>
              <a:t>‹#›</a:t>
            </a:fld>
            <a:endParaRPr lang="en-US"/>
          </a:p>
        </p:txBody>
      </p:sp>
    </p:spTree>
    <p:extLst>
      <p:ext uri="{BB962C8B-B14F-4D97-AF65-F5344CB8AC3E}">
        <p14:creationId xmlns:p14="http://schemas.microsoft.com/office/powerpoint/2010/main" val="2820014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4DD0-90DE-41D9-B13F-1EEB63D22FA9}" type="slidenum">
              <a:rPr lang="en-US" smtClean="0"/>
              <a:t>14</a:t>
            </a:fld>
            <a:endParaRPr lang="en-US"/>
          </a:p>
        </p:txBody>
      </p:sp>
    </p:spTree>
    <p:extLst>
      <p:ext uri="{BB962C8B-B14F-4D97-AF65-F5344CB8AC3E}">
        <p14:creationId xmlns:p14="http://schemas.microsoft.com/office/powerpoint/2010/main" val="3532978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26599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57350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4990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55854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40312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2069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0538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58851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18888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5885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11/23/2025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0831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400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11/23/2025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465740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1" name="Rectangle 10">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91B3B6F-BCF8-C430-F84F-9916C8375A77}"/>
              </a:ext>
            </a:extLst>
          </p:cNvPr>
          <p:cNvSpPr>
            <a:spLocks noGrp="1"/>
          </p:cNvSpPr>
          <p:nvPr>
            <p:ph type="ctrTitle"/>
          </p:nvPr>
        </p:nvSpPr>
        <p:spPr>
          <a:xfrm>
            <a:off x="812112" y="582729"/>
            <a:ext cx="9697980" cy="2672100"/>
          </a:xfrm>
        </p:spPr>
        <p:txBody>
          <a:bodyPr anchor="t">
            <a:normAutofit/>
          </a:bodyPr>
          <a:lstStyle/>
          <a:p>
            <a:r>
              <a:rPr lang="en-US" sz="4000" dirty="0">
                <a:solidFill>
                  <a:schemeClr val="bg1"/>
                </a:solidFill>
              </a:rPr>
              <a:t>Lightweight CNN for Image Classification with Preprocessing, Augmentation, and Feature Visualization</a:t>
            </a:r>
            <a:br>
              <a:rPr lang="en-US" sz="4000" dirty="0">
                <a:solidFill>
                  <a:schemeClr val="bg1"/>
                </a:solidFill>
              </a:rPr>
            </a:br>
            <a:r>
              <a:rPr lang="en-US" sz="4000" dirty="0">
                <a:solidFill>
                  <a:schemeClr val="bg1"/>
                </a:solidFill>
              </a:rPr>
              <a:t>         </a:t>
            </a:r>
            <a:endParaRPr lang="en-US" sz="2700" dirty="0">
              <a:solidFill>
                <a:schemeClr val="bg1"/>
              </a:solidFill>
            </a:endParaRPr>
          </a:p>
        </p:txBody>
      </p:sp>
      <p:sp>
        <p:nvSpPr>
          <p:cNvPr id="3" name="Subtitle 2">
            <a:extLst>
              <a:ext uri="{FF2B5EF4-FFF2-40B4-BE49-F238E27FC236}">
                <a16:creationId xmlns:a16="http://schemas.microsoft.com/office/drawing/2014/main" id="{23FBE8A1-9574-631E-E6FA-8EDB7EA9A820}"/>
              </a:ext>
            </a:extLst>
          </p:cNvPr>
          <p:cNvSpPr>
            <a:spLocks noGrp="1"/>
          </p:cNvSpPr>
          <p:nvPr>
            <p:ph type="subTitle" idx="1"/>
          </p:nvPr>
        </p:nvSpPr>
        <p:spPr>
          <a:xfrm>
            <a:off x="1054888" y="4254163"/>
            <a:ext cx="5041112" cy="2028612"/>
          </a:xfrm>
        </p:spPr>
        <p:txBody>
          <a:bodyPr anchor="b">
            <a:noAutofit/>
          </a:bodyPr>
          <a:lstStyle/>
          <a:p>
            <a:r>
              <a:rPr lang="en-US" sz="1600" b="1" dirty="0">
                <a:solidFill>
                  <a:schemeClr val="bg1"/>
                </a:solidFill>
              </a:rPr>
              <a:t>Presented by:</a:t>
            </a:r>
          </a:p>
          <a:p>
            <a:r>
              <a:rPr lang="en-US" sz="1600" b="1" i="0" dirty="0">
                <a:solidFill>
                  <a:schemeClr val="bg1"/>
                </a:solidFill>
              </a:rPr>
              <a:t>Bala Nithin </a:t>
            </a:r>
            <a:r>
              <a:rPr lang="en-US" sz="1600" b="1" i="0" dirty="0" err="1">
                <a:solidFill>
                  <a:schemeClr val="bg1"/>
                </a:solidFill>
              </a:rPr>
              <a:t>Chennarapu</a:t>
            </a:r>
            <a:r>
              <a:rPr lang="en-US" sz="1600" b="1" i="0" dirty="0">
                <a:solidFill>
                  <a:schemeClr val="bg1"/>
                </a:solidFill>
              </a:rPr>
              <a:t> ( A04342051)</a:t>
            </a:r>
          </a:p>
          <a:p>
            <a:r>
              <a:rPr lang="en-US" sz="1600" b="1" i="0" dirty="0">
                <a:solidFill>
                  <a:schemeClr val="bg1"/>
                </a:solidFill>
              </a:rPr>
              <a:t>Prathyusha </a:t>
            </a:r>
            <a:r>
              <a:rPr lang="en-US" sz="1600" b="1" i="0" dirty="0" err="1">
                <a:solidFill>
                  <a:schemeClr val="bg1"/>
                </a:solidFill>
              </a:rPr>
              <a:t>Pentam</a:t>
            </a:r>
            <a:r>
              <a:rPr lang="en-US" sz="1600" b="1" i="0" dirty="0">
                <a:solidFill>
                  <a:schemeClr val="bg1"/>
                </a:solidFill>
              </a:rPr>
              <a:t> (A04342934)</a:t>
            </a:r>
          </a:p>
          <a:p>
            <a:r>
              <a:rPr lang="en-US" sz="1600" b="1" i="0" dirty="0">
                <a:solidFill>
                  <a:schemeClr val="bg1"/>
                </a:solidFill>
              </a:rPr>
              <a:t>Madhusudhan </a:t>
            </a:r>
            <a:r>
              <a:rPr lang="en-US" sz="1600" b="1" i="0" dirty="0" err="1">
                <a:solidFill>
                  <a:schemeClr val="bg1"/>
                </a:solidFill>
              </a:rPr>
              <a:t>poduturu</a:t>
            </a:r>
            <a:r>
              <a:rPr lang="en-US" sz="1600" b="1" i="0" dirty="0">
                <a:solidFill>
                  <a:schemeClr val="bg1"/>
                </a:solidFill>
              </a:rPr>
              <a:t> (A04346304)</a:t>
            </a:r>
            <a:br>
              <a:rPr lang="en-US" sz="1600" dirty="0">
                <a:solidFill>
                  <a:schemeClr val="bg1"/>
                </a:solidFill>
              </a:rPr>
            </a:br>
            <a:endParaRPr lang="en-US" sz="1600" dirty="0">
              <a:solidFill>
                <a:schemeClr val="bg1"/>
              </a:solidFill>
            </a:endParaRPr>
          </a:p>
        </p:txBody>
      </p:sp>
      <p:sp>
        <p:nvSpPr>
          <p:cNvPr id="13" name="Rectangle 12">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6794671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17D949E-564D-4503-A64E-D22FA3232C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E22A73A-7F79-BF00-555A-162965D2DE0B}"/>
              </a:ext>
            </a:extLst>
          </p:cNvPr>
          <p:cNvSpPr>
            <a:spLocks noGrp="1"/>
          </p:cNvSpPr>
          <p:nvPr>
            <p:ph type="title"/>
          </p:nvPr>
        </p:nvSpPr>
        <p:spPr>
          <a:xfrm>
            <a:off x="521208" y="978408"/>
            <a:ext cx="3154680" cy="4069080"/>
          </a:xfrm>
        </p:spPr>
        <p:txBody>
          <a:bodyPr>
            <a:normAutofit/>
          </a:bodyPr>
          <a:lstStyle/>
          <a:p>
            <a:r>
              <a:rPr lang="en-US" sz="4000" dirty="0"/>
              <a:t>scheme</a:t>
            </a:r>
          </a:p>
        </p:txBody>
      </p:sp>
      <p:sp>
        <p:nvSpPr>
          <p:cNvPr id="37" name="Rectangle 36">
            <a:extLst>
              <a:ext uri="{FF2B5EF4-FFF2-40B4-BE49-F238E27FC236}">
                <a16:creationId xmlns:a16="http://schemas.microsoft.com/office/drawing/2014/main" id="{2C8EEB27-9249-8B3A-C8C2-18F9DC48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18482CAC-96FF-EBE5-E97D-0BE2B8A51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11155680"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0" name="Rectangle 2">
            <a:extLst>
              <a:ext uri="{FF2B5EF4-FFF2-40B4-BE49-F238E27FC236}">
                <a16:creationId xmlns:a16="http://schemas.microsoft.com/office/drawing/2014/main" id="{41437E82-8CC8-2A7E-1911-A2DE7A89F34D}"/>
              </a:ext>
            </a:extLst>
          </p:cNvPr>
          <p:cNvGraphicFramePr>
            <a:graphicFrameLocks noGrp="1"/>
          </p:cNvGraphicFramePr>
          <p:nvPr>
            <p:ph idx="1"/>
            <p:extLst>
              <p:ext uri="{D42A27DB-BD31-4B8C-83A1-F6EECF244321}">
                <p14:modId xmlns:p14="http://schemas.microsoft.com/office/powerpoint/2010/main" val="1380631508"/>
              </p:ext>
            </p:extLst>
          </p:nvPr>
        </p:nvGraphicFramePr>
        <p:xfrm>
          <a:off x="4389120" y="978408"/>
          <a:ext cx="7306056" cy="5010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6869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8" name="Rectangle 17">
            <a:extLst>
              <a:ext uri="{FF2B5EF4-FFF2-40B4-BE49-F238E27FC236}">
                <a16:creationId xmlns:a16="http://schemas.microsoft.com/office/drawing/2014/main" id="{AB1E35EA-FB9C-AE5F-4AB8-1B3D59CC9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2976" y="611650"/>
            <a:ext cx="614476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BDC22D2-033F-F5EF-DACC-B1DF2048F2B7}"/>
              </a:ext>
            </a:extLst>
          </p:cNvPr>
          <p:cNvSpPr>
            <a:spLocks noGrp="1"/>
          </p:cNvSpPr>
          <p:nvPr>
            <p:ph type="title"/>
          </p:nvPr>
        </p:nvSpPr>
        <p:spPr>
          <a:xfrm>
            <a:off x="521208" y="978408"/>
            <a:ext cx="4288536" cy="970135"/>
          </a:xfrm>
        </p:spPr>
        <p:style>
          <a:lnRef idx="2">
            <a:schemeClr val="accent2"/>
          </a:lnRef>
          <a:fillRef idx="1">
            <a:schemeClr val="lt1"/>
          </a:fillRef>
          <a:effectRef idx="0">
            <a:schemeClr val="accent2"/>
          </a:effectRef>
          <a:fontRef idx="minor">
            <a:schemeClr val="dk1"/>
          </a:fontRef>
        </p:style>
        <p:txBody>
          <a:bodyPr vert="horz" lIns="91440" tIns="45720" rIns="91440" bIns="45720" rtlCol="0" anchor="t">
            <a:normAutofit/>
          </a:bodyPr>
          <a:lstStyle/>
          <a:p>
            <a:r>
              <a:rPr lang="en-US" b="1" kern="1200">
                <a:solidFill>
                  <a:schemeClr val="tx1"/>
                </a:solidFill>
                <a:latin typeface="+mj-lt"/>
                <a:ea typeface="+mj-ea"/>
                <a:cs typeface="+mj-cs"/>
              </a:rPr>
              <a:t>Introduction</a:t>
            </a:r>
          </a:p>
        </p:txBody>
      </p:sp>
      <p:sp>
        <p:nvSpPr>
          <p:cNvPr id="5" name="Rectangle 1">
            <a:extLst>
              <a:ext uri="{FF2B5EF4-FFF2-40B4-BE49-F238E27FC236}">
                <a16:creationId xmlns:a16="http://schemas.microsoft.com/office/drawing/2014/main" id="{790F7E9D-7320-AF3A-D979-DC26CBCF621E}"/>
              </a:ext>
            </a:extLst>
          </p:cNvPr>
          <p:cNvSpPr>
            <a:spLocks noChangeArrowheads="1"/>
          </p:cNvSpPr>
          <p:nvPr/>
        </p:nvSpPr>
        <p:spPr bwMode="auto">
          <a:xfrm>
            <a:off x="5522976" y="1042416"/>
            <a:ext cx="6144768" cy="53126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lnSpcReduction="10000"/>
          </a:bodyPr>
          <a:lstStyle/>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In this project, we work with </a:t>
            </a:r>
            <a:r>
              <a:rPr kumimoji="0" lang="en-US" altLang="en-US" sz="1600" b="1" i="0" u="none" strike="noStrike" cap="none" normalizeH="0" baseline="0" dirty="0">
                <a:ln>
                  <a:noFill/>
                </a:ln>
                <a:effectLst/>
              </a:rPr>
              <a:t>small color images</a:t>
            </a:r>
            <a:r>
              <a:rPr kumimoji="0" lang="en-US" altLang="en-US" sz="1600" b="0" i="0" u="none" strike="noStrike" cap="none" normalizeH="0" baseline="0" dirty="0">
                <a:ln>
                  <a:noFill/>
                </a:ln>
                <a:effectLst/>
              </a:rPr>
              <a:t> of everyday objects like cars, planes, animals, etc.</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These images are </a:t>
            </a:r>
            <a:r>
              <a:rPr kumimoji="0" lang="en-US" altLang="en-US" sz="1600" b="1" i="0" u="none" strike="noStrike" cap="none" normalizeH="0" baseline="0" dirty="0">
                <a:ln>
                  <a:noFill/>
                </a:ln>
                <a:effectLst/>
              </a:rPr>
              <a:t>very small (32×32 pixels)</a:t>
            </a:r>
            <a:r>
              <a:rPr kumimoji="0" lang="en-US" altLang="en-US" sz="1600" b="0" i="0" u="none" strike="noStrike" cap="none" normalizeH="0" baseline="0" dirty="0">
                <a:ln>
                  <a:noFill/>
                </a:ln>
                <a:effectLst/>
              </a:rPr>
              <a:t>, so the details are not very clear.</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Some images also have </a:t>
            </a:r>
            <a:r>
              <a:rPr kumimoji="0" lang="en-US" altLang="en-US" sz="1600" i="0" u="none" strike="noStrike" cap="none" normalizeH="0" baseline="0" dirty="0">
                <a:ln>
                  <a:noFill/>
                </a:ln>
                <a:effectLst/>
              </a:rPr>
              <a:t>low contrast or poor lighting,</a:t>
            </a:r>
            <a:r>
              <a:rPr kumimoji="0" lang="en-US" altLang="en-US" sz="1600" b="0" i="0" u="none" strike="noStrike" cap="none" normalizeH="0" baseline="0" dirty="0">
                <a:ln>
                  <a:noFill/>
                </a:ln>
                <a:effectLst/>
              </a:rPr>
              <a:t> which makes them harder to recognize.</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We use a </a:t>
            </a:r>
            <a:r>
              <a:rPr kumimoji="0" lang="en-US" altLang="en-US" sz="1600" b="1" i="0" u="none" strike="noStrike" cap="none" normalizeH="0" baseline="0" dirty="0">
                <a:ln>
                  <a:noFill/>
                </a:ln>
                <a:effectLst/>
              </a:rPr>
              <a:t>10,000-image subset</a:t>
            </a:r>
            <a:r>
              <a:rPr kumimoji="0" lang="en-US" altLang="en-US" sz="1600" b="0" i="0" u="none" strike="noStrike" cap="none" normalizeH="0" baseline="0" dirty="0">
                <a:ln>
                  <a:noFill/>
                </a:ln>
                <a:effectLst/>
              </a:rPr>
              <a:t> instead of the full dataset, so we have </a:t>
            </a:r>
            <a:r>
              <a:rPr kumimoji="0" lang="en-US" altLang="en-US" sz="1600" i="0" u="none" strike="noStrike" cap="none" normalizeH="0" baseline="0" dirty="0">
                <a:ln>
                  <a:noFill/>
                </a:ln>
                <a:effectLst/>
              </a:rPr>
              <a:t>limited data </a:t>
            </a:r>
            <a:r>
              <a:rPr kumimoji="0" lang="en-US" altLang="en-US" sz="1600" b="0" i="0" u="none" strike="noStrike" cap="none" normalizeH="0" baseline="0" dirty="0">
                <a:ln>
                  <a:noFill/>
                </a:ln>
                <a:effectLst/>
              </a:rPr>
              <a:t>to train on.</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With fewer images and low-quality visuals, it becomes </a:t>
            </a:r>
            <a:r>
              <a:rPr kumimoji="0" lang="en-US" altLang="en-US" sz="1600" i="0" u="none" strike="noStrike" cap="none" normalizeH="0" baseline="0" dirty="0">
                <a:ln>
                  <a:noFill/>
                </a:ln>
                <a:effectLst/>
              </a:rPr>
              <a:t>difficult to correctly classify </a:t>
            </a:r>
            <a:r>
              <a:rPr kumimoji="0" lang="en-US" altLang="en-US" sz="1600" b="0" i="0" u="none" strike="noStrike" cap="none" normalizeH="0" baseline="0" dirty="0">
                <a:ln>
                  <a:noFill/>
                </a:ln>
                <a:effectLst/>
              </a:rPr>
              <a:t>all objects.</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Our main idea is to </a:t>
            </a:r>
            <a:r>
              <a:rPr kumimoji="0" lang="en-US" altLang="en-US" sz="1600" b="1" i="0" u="none" strike="noStrike" cap="none" normalizeH="0" baseline="0" dirty="0">
                <a:ln>
                  <a:noFill/>
                </a:ln>
                <a:effectLst/>
              </a:rPr>
              <a:t>improve the image quality first</a:t>
            </a:r>
            <a:r>
              <a:rPr kumimoji="0" lang="en-US" altLang="en-US" sz="1600" b="0" i="0" u="none" strike="noStrike" cap="none" normalizeH="0" baseline="0" dirty="0">
                <a:ln>
                  <a:noFill/>
                </a:ln>
                <a:effectLst/>
              </a:rPr>
              <a:t> and then use a </a:t>
            </a:r>
            <a:r>
              <a:rPr kumimoji="0" lang="en-US" altLang="en-US" sz="1600" b="1" i="0" u="none" strike="noStrike" cap="none" normalizeH="0" baseline="0" dirty="0">
                <a:ln>
                  <a:noFill/>
                </a:ln>
                <a:effectLst/>
              </a:rPr>
              <a:t>simple, lightweight model</a:t>
            </a:r>
            <a:r>
              <a:rPr kumimoji="0" lang="en-US" altLang="en-US" sz="1600" b="0" i="0" u="none" strike="noStrike" cap="none" normalizeH="0" baseline="0" dirty="0">
                <a:ln>
                  <a:noFill/>
                </a:ln>
                <a:effectLst/>
              </a:rPr>
              <a:t> to classify them into 10 classes.</a:t>
            </a:r>
          </a:p>
          <a:p>
            <a:pPr marL="0" marR="0" lvl="0" indent="-228600" fontAlgn="base">
              <a:spcBef>
                <a:spcPct val="0"/>
              </a:spcBef>
              <a:spcAft>
                <a:spcPts val="600"/>
              </a:spcAft>
              <a:buClrTx/>
              <a:buSzTx/>
              <a:buFont typeface="Arial" panose="020B0604020202020204" pitchFamily="34" charset="0"/>
              <a:buChar char="•"/>
              <a:tabLst/>
            </a:pPr>
            <a:endParaRPr kumimoji="0" lang="en-US" altLang="en-US" sz="1600" b="0" i="0" u="none" strike="noStrike" cap="none" normalizeH="0" baseline="0" dirty="0">
              <a:ln>
                <a:noFill/>
              </a:ln>
              <a:effectLst/>
            </a:endParaRPr>
          </a:p>
          <a:p>
            <a:pPr marL="0" marR="0" lvl="0" indent="-228600" fontAlgn="base">
              <a:spcBef>
                <a:spcPct val="0"/>
              </a:spcBef>
              <a:spcAft>
                <a:spcPts val="600"/>
              </a:spcAft>
              <a:buClrTx/>
              <a:buSzTx/>
              <a:buFont typeface="Arial" panose="020B0604020202020204" pitchFamily="34" charset="0"/>
              <a:buChar char="•"/>
              <a:tabLst/>
            </a:pPr>
            <a:r>
              <a:rPr lang="en-US" altLang="en-US" sz="1600" b="1" dirty="0"/>
              <a:t>     T</a:t>
            </a:r>
            <a:r>
              <a:rPr kumimoji="0" lang="en-US" altLang="en-US" sz="1600" b="1" i="0" u="none" strike="noStrike" cap="none" normalizeH="0" baseline="0" dirty="0">
                <a:ln>
                  <a:noFill/>
                </a:ln>
                <a:effectLst/>
              </a:rPr>
              <a:t>o do this, we </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Enhance contrast using </a:t>
            </a:r>
            <a:r>
              <a:rPr kumimoji="0" lang="en-US" altLang="en-US" sz="1600" b="1" i="0" u="none" strike="noStrike" cap="none" normalizeH="0" baseline="0" dirty="0">
                <a:ln>
                  <a:noFill/>
                </a:ln>
                <a:effectLst/>
              </a:rPr>
              <a:t>CLAHE</a:t>
            </a:r>
            <a:r>
              <a:rPr kumimoji="0" lang="en-US" altLang="en-US" sz="1600" b="0" i="0" u="none" strike="noStrike" cap="none" normalizeH="0" baseline="0" dirty="0">
                <a:ln>
                  <a:noFill/>
                </a:ln>
                <a:effectLst/>
              </a:rPr>
              <a:t>,</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Normalize the images,</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Apply </a:t>
            </a:r>
            <a:r>
              <a:rPr kumimoji="0" lang="en-US" altLang="en-US" sz="1600" b="1" i="0" u="none" strike="noStrike" cap="none" normalizeH="0" baseline="0" dirty="0">
                <a:ln>
                  <a:noFill/>
                </a:ln>
                <a:effectLst/>
              </a:rPr>
              <a:t>data augmentation</a:t>
            </a:r>
            <a:r>
              <a:rPr kumimoji="0" lang="en-US" altLang="en-US" sz="1600" b="0" i="0" u="none" strike="noStrike" cap="none" normalizeH="0" baseline="0" dirty="0">
                <a:ln>
                  <a:noFill/>
                </a:ln>
                <a:effectLst/>
              </a:rPr>
              <a:t> to create more variations,</a:t>
            </a:r>
          </a:p>
          <a:p>
            <a:pPr marL="0" marR="0" lvl="0" indent="-228600" fontAlgn="base">
              <a:spcBef>
                <a:spcPct val="0"/>
              </a:spcBef>
              <a:spcAft>
                <a:spcPts val="600"/>
              </a:spcAft>
              <a:buClrTx/>
              <a:buSzTx/>
              <a:buFont typeface="Arial" panose="020B0604020202020204" pitchFamily="34" charset="0"/>
              <a:buChar char="•"/>
              <a:tabLst/>
            </a:pPr>
            <a:r>
              <a:rPr kumimoji="0" lang="en-US" altLang="en-US" sz="1600" b="0" i="0" u="none" strike="noStrike" cap="none" normalizeH="0" baseline="0" dirty="0">
                <a:ln>
                  <a:noFill/>
                </a:ln>
                <a:effectLst/>
              </a:rPr>
              <a:t>And then train a </a:t>
            </a:r>
            <a:r>
              <a:rPr kumimoji="0" lang="en-US" altLang="en-US" sz="1600" b="1" i="0" u="none" strike="noStrike" cap="none" normalizeH="0" baseline="0" dirty="0">
                <a:ln>
                  <a:noFill/>
                </a:ln>
                <a:effectLst/>
              </a:rPr>
              <a:t>compact CNN model</a:t>
            </a:r>
            <a:r>
              <a:rPr kumimoji="0" lang="en-US" altLang="en-US" sz="1600" b="0" i="0" u="none" strike="noStrike" cap="none" normalizeH="0" baseline="0" dirty="0">
                <a:ln>
                  <a:noFill/>
                </a:ln>
                <a:effectLst/>
              </a:rPr>
              <a:t> for classification.</a:t>
            </a:r>
          </a:p>
          <a:p>
            <a:pPr marL="0" marR="0" lvl="0" indent="-228600" fontAlgn="base">
              <a:spcBef>
                <a:spcPct val="0"/>
              </a:spcBef>
              <a:spcAft>
                <a:spcPts val="600"/>
              </a:spcAft>
              <a:buClrTx/>
              <a:buSzTx/>
              <a:buFont typeface="Arial" panose="020B0604020202020204" pitchFamily="34" charset="0"/>
              <a:buChar char="•"/>
              <a:tabLs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3192675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06DF-3CD1-A2FE-C880-EF92F75407C4}"/>
              </a:ext>
            </a:extLst>
          </p:cNvPr>
          <p:cNvSpPr>
            <a:spLocks noGrp="1"/>
          </p:cNvSpPr>
          <p:nvPr>
            <p:ph type="title"/>
          </p:nvPr>
        </p:nvSpPr>
        <p:spPr>
          <a:xfrm>
            <a:off x="2045209" y="649224"/>
            <a:ext cx="11164824" cy="774192"/>
          </a:xfrm>
        </p:spPr>
        <p:txBody>
          <a:bodyPr>
            <a:normAutofit/>
          </a:bodyPr>
          <a:lstStyle/>
          <a:p>
            <a:r>
              <a:rPr lang="en-US" sz="3600" dirty="0"/>
              <a:t>Why did we choose this project? </a:t>
            </a:r>
          </a:p>
        </p:txBody>
      </p:sp>
      <p:sp>
        <p:nvSpPr>
          <p:cNvPr id="3" name="Text Placeholder 2">
            <a:extLst>
              <a:ext uri="{FF2B5EF4-FFF2-40B4-BE49-F238E27FC236}">
                <a16:creationId xmlns:a16="http://schemas.microsoft.com/office/drawing/2014/main" id="{FA602965-6020-2737-1B33-CDE6C894E230}"/>
              </a:ext>
            </a:extLst>
          </p:cNvPr>
          <p:cNvSpPr>
            <a:spLocks noGrp="1"/>
          </p:cNvSpPr>
          <p:nvPr>
            <p:ph type="body" idx="1"/>
          </p:nvPr>
        </p:nvSpPr>
        <p:spPr>
          <a:xfrm>
            <a:off x="1947237" y="1627414"/>
            <a:ext cx="5166360" cy="511193"/>
          </a:xfrm>
        </p:spPr>
        <p:txBody>
          <a:bodyPr/>
          <a:lstStyle/>
          <a:p>
            <a:r>
              <a:rPr lang="en-US" b="1" i="0" dirty="0"/>
              <a:t>Motivation</a:t>
            </a:r>
          </a:p>
        </p:txBody>
      </p:sp>
      <p:sp>
        <p:nvSpPr>
          <p:cNvPr id="5" name="Text Placeholder 4">
            <a:extLst>
              <a:ext uri="{FF2B5EF4-FFF2-40B4-BE49-F238E27FC236}">
                <a16:creationId xmlns:a16="http://schemas.microsoft.com/office/drawing/2014/main" id="{F92E3380-A418-7065-2EF0-3381EBEDB7AA}"/>
              </a:ext>
            </a:extLst>
          </p:cNvPr>
          <p:cNvSpPr>
            <a:spLocks noGrp="1"/>
          </p:cNvSpPr>
          <p:nvPr>
            <p:ph type="body" sz="quarter" idx="3"/>
          </p:nvPr>
        </p:nvSpPr>
        <p:spPr>
          <a:xfrm>
            <a:off x="7390530" y="1423416"/>
            <a:ext cx="5166360" cy="658368"/>
          </a:xfrm>
        </p:spPr>
        <p:txBody>
          <a:bodyPr/>
          <a:lstStyle/>
          <a:p>
            <a:r>
              <a:rPr lang="en-US" b="1" i="0" dirty="0"/>
              <a:t>real world</a:t>
            </a:r>
          </a:p>
        </p:txBody>
      </p:sp>
      <p:graphicFrame>
        <p:nvGraphicFramePr>
          <p:cNvPr id="10" name="Rectangle 1">
            <a:extLst>
              <a:ext uri="{FF2B5EF4-FFF2-40B4-BE49-F238E27FC236}">
                <a16:creationId xmlns:a16="http://schemas.microsoft.com/office/drawing/2014/main" id="{89197CFE-9EBA-472B-A876-9AAF221EE9FD}"/>
              </a:ext>
            </a:extLst>
          </p:cNvPr>
          <p:cNvGraphicFramePr>
            <a:graphicFrameLocks noGrp="1"/>
          </p:cNvGraphicFramePr>
          <p:nvPr>
            <p:ph sz="half" idx="2"/>
          </p:nvPr>
        </p:nvGraphicFramePr>
        <p:xfrm>
          <a:off x="623970" y="2125294"/>
          <a:ext cx="5166359"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2">
            <a:extLst>
              <a:ext uri="{FF2B5EF4-FFF2-40B4-BE49-F238E27FC236}">
                <a16:creationId xmlns:a16="http://schemas.microsoft.com/office/drawing/2014/main" id="{47C857E4-0A55-A1B2-0BF7-4373E26E6325}"/>
              </a:ext>
            </a:extLst>
          </p:cNvPr>
          <p:cNvSpPr>
            <a:spLocks noGrp="1" noChangeArrowheads="1"/>
          </p:cNvSpPr>
          <p:nvPr>
            <p:ph sz="quarter" idx="4"/>
          </p:nvPr>
        </p:nvSpPr>
        <p:spPr bwMode="auto">
          <a:xfrm>
            <a:off x="6617644" y="2125294"/>
            <a:ext cx="545461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Many small companies, colleges, and research groups usually work with limited data, limited hardware, and simple image collections that are not very high quality. They cannot always use very deep or heavy models that need a lot of memory and powerful GPUs.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Arial" panose="020B0604020202020204" pitchFamily="34" charset="0"/>
              </a:rPr>
              <a:t>Our pipeline gives a practical way to handle this situation. We first improve image quality using CLAHE and normalization, then increase data variety using data augmentation, and finally use a  CNN that can run on normal machines. The same idea can be applied to other small or noisy datasets, such as basic medical images, simple CCTV footage, or student/lab projects, making this project a realistic model.</a:t>
            </a:r>
          </a:p>
        </p:txBody>
      </p:sp>
    </p:spTree>
    <p:extLst>
      <p:ext uri="{BB962C8B-B14F-4D97-AF65-F5344CB8AC3E}">
        <p14:creationId xmlns:p14="http://schemas.microsoft.com/office/powerpoint/2010/main" val="882102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6E248-3237-A144-53D7-C55733374B4D}"/>
              </a:ext>
            </a:extLst>
          </p:cNvPr>
          <p:cNvSpPr>
            <a:spLocks noGrp="1"/>
          </p:cNvSpPr>
          <p:nvPr>
            <p:ph type="title"/>
          </p:nvPr>
        </p:nvSpPr>
        <p:spPr>
          <a:xfrm>
            <a:off x="521208" y="978408"/>
            <a:ext cx="5020056" cy="1394678"/>
          </a:xfrm>
        </p:spPr>
        <p:txBody>
          <a:bodyPr>
            <a:normAutofit/>
          </a:bodyPr>
          <a:lstStyle/>
          <a:p>
            <a:r>
              <a:rPr lang="en-US" sz="4000" dirty="0"/>
              <a:t>Objectives of the</a:t>
            </a:r>
            <a:br>
              <a:rPr lang="en-US" sz="4000" dirty="0"/>
            </a:br>
            <a:r>
              <a:rPr lang="en-US" sz="4000" dirty="0"/>
              <a:t>          Project</a:t>
            </a:r>
          </a:p>
        </p:txBody>
      </p:sp>
      <p:sp>
        <p:nvSpPr>
          <p:cNvPr id="3" name="Text Placeholder 2">
            <a:extLst>
              <a:ext uri="{FF2B5EF4-FFF2-40B4-BE49-F238E27FC236}">
                <a16:creationId xmlns:a16="http://schemas.microsoft.com/office/drawing/2014/main" id="{2FDD15EF-2F0B-6A43-12D3-CE77DC9EBA11}"/>
              </a:ext>
            </a:extLst>
          </p:cNvPr>
          <p:cNvSpPr>
            <a:spLocks noGrp="1"/>
          </p:cNvSpPr>
          <p:nvPr>
            <p:ph type="body" idx="1"/>
          </p:nvPr>
        </p:nvSpPr>
        <p:spPr>
          <a:xfrm>
            <a:off x="412350" y="2884932"/>
            <a:ext cx="4595079" cy="1088136"/>
          </a:xfrm>
        </p:spPr>
        <p:txBody>
          <a:bodyPr>
            <a:normAutofit fontScale="77500" lnSpcReduction="20000"/>
          </a:bodyPr>
          <a:lstStyle/>
          <a:p>
            <a:r>
              <a:rPr lang="en-US" b="1" i="0" dirty="0"/>
              <a:t>Our goal is to build a simple, complete pipeline that can classify CIFAR-10 images effectively using limited data and limited resources.</a:t>
            </a:r>
          </a:p>
        </p:txBody>
      </p:sp>
      <p:graphicFrame>
        <p:nvGraphicFramePr>
          <p:cNvPr id="7" name="TextBox 4">
            <a:extLst>
              <a:ext uri="{FF2B5EF4-FFF2-40B4-BE49-F238E27FC236}">
                <a16:creationId xmlns:a16="http://schemas.microsoft.com/office/drawing/2014/main" id="{ED17EF34-47D0-412F-3B65-B5495859218A}"/>
              </a:ext>
            </a:extLst>
          </p:cNvPr>
          <p:cNvGraphicFramePr/>
          <p:nvPr>
            <p:extLst>
              <p:ext uri="{D42A27DB-BD31-4B8C-83A1-F6EECF244321}">
                <p14:modId xmlns:p14="http://schemas.microsoft.com/office/powerpoint/2010/main" val="4151531016"/>
              </p:ext>
            </p:extLst>
          </p:nvPr>
        </p:nvGraphicFramePr>
        <p:xfrm>
          <a:off x="5574792" y="978408"/>
          <a:ext cx="6388608" cy="5476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459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Rectangle 34">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35">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6E6C637-1A82-D055-3AF2-9BDDCDACD5FD}"/>
              </a:ext>
            </a:extLst>
          </p:cNvPr>
          <p:cNvSpPr txBox="1"/>
          <p:nvPr/>
        </p:nvSpPr>
        <p:spPr>
          <a:xfrm>
            <a:off x="521208" y="978408"/>
            <a:ext cx="5020056" cy="5376672"/>
          </a:xfrm>
          <a:prstGeom prst="rect">
            <a:avLst/>
          </a:prstGeom>
        </p:spPr>
        <p:txBody>
          <a:bodyPr vert="horz" lIns="91440" tIns="45720" rIns="91440" bIns="45720" rtlCol="0" anchor="t">
            <a:normAutofit/>
          </a:bodyPr>
          <a:lstStyle/>
          <a:p>
            <a:pPr>
              <a:spcBef>
                <a:spcPct val="0"/>
              </a:spcBef>
              <a:spcAft>
                <a:spcPts val="600"/>
              </a:spcAft>
            </a:pPr>
            <a:r>
              <a:rPr lang="en-US" sz="4400" b="1" kern="1200">
                <a:solidFill>
                  <a:schemeClr val="tx1"/>
                </a:solidFill>
                <a:latin typeface="+mj-lt"/>
                <a:ea typeface="+mj-ea"/>
                <a:cs typeface="+mj-cs"/>
              </a:rPr>
              <a:t>Dataset Overview</a:t>
            </a:r>
          </a:p>
        </p:txBody>
      </p:sp>
      <p:sp>
        <p:nvSpPr>
          <p:cNvPr id="4" name="Rectangle 1">
            <a:extLst>
              <a:ext uri="{FF2B5EF4-FFF2-40B4-BE49-F238E27FC236}">
                <a16:creationId xmlns:a16="http://schemas.microsoft.com/office/drawing/2014/main" id="{51F7249F-B45B-7E6C-1749-E0A04DD420E3}"/>
              </a:ext>
            </a:extLst>
          </p:cNvPr>
          <p:cNvSpPr>
            <a:spLocks noChangeArrowheads="1"/>
          </p:cNvSpPr>
          <p:nvPr/>
        </p:nvSpPr>
        <p:spPr bwMode="auto">
          <a:xfrm>
            <a:off x="6433457" y="1042416"/>
            <a:ext cx="5243431" cy="53126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We use the CIFAR-10 image dataset.</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It contains small color images of everyday objects like</a:t>
            </a:r>
            <a:br>
              <a:rPr kumimoji="0" lang="en-US" altLang="en-US" sz="1600" i="0" u="none" strike="noStrike" cap="none" normalizeH="0" baseline="0" dirty="0">
                <a:ln>
                  <a:noFill/>
                </a:ln>
                <a:effectLst/>
              </a:rPr>
            </a:br>
            <a:r>
              <a:rPr kumimoji="0" lang="en-US" altLang="en-US" sz="1600" i="0" u="none" strike="noStrike" cap="none" normalizeH="0" baseline="0" dirty="0">
                <a:ln>
                  <a:noFill/>
                </a:ln>
                <a:effectLst/>
              </a:rPr>
              <a:t>airplane, car, bird, cat, dog, frog, horse, ship, truck, deer.</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Each image is 32 × 32 pixels, with 3 color channels (RGB).</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For our project, we do not use the full dataset.</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We work with a subset of 10,000 images.</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All 10 classes are included and balanced.</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We split this subset into:</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7,000 images for training</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1,500 images for validation</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1,500 images for testing</a:t>
            </a:r>
          </a:p>
          <a:p>
            <a:pPr marL="342900" marR="0" lvl="0" indent="-285750" fontAlgn="base">
              <a:spcBef>
                <a:spcPct val="0"/>
              </a:spcBef>
              <a:spcAft>
                <a:spcPts val="600"/>
              </a:spcAft>
              <a:buClrTx/>
              <a:buSzTx/>
              <a:buFont typeface="Wingdings" panose="05000000000000000000" pitchFamily="2" charset="2"/>
              <a:buChar char="Ø"/>
              <a:tabLst/>
            </a:pPr>
            <a:r>
              <a:rPr kumimoji="0" lang="en-US" altLang="en-US" sz="1600" i="0" u="none" strike="noStrike" cap="none" normalizeH="0" baseline="0" dirty="0">
                <a:ln>
                  <a:noFill/>
                </a:ln>
                <a:effectLst/>
              </a:rPr>
              <a:t>This setup keeps training manageable,</a:t>
            </a:r>
            <a:br>
              <a:rPr kumimoji="0" lang="en-US" altLang="en-US" sz="1600" i="0" u="none" strike="noStrike" cap="none" normalizeH="0" baseline="0" dirty="0">
                <a:ln>
                  <a:noFill/>
                </a:ln>
                <a:effectLst/>
              </a:rPr>
            </a:br>
            <a:r>
              <a:rPr kumimoji="0" lang="en-US" altLang="en-US" sz="1600" i="0" u="none" strike="noStrike" cap="none" normalizeH="0" baseline="0" dirty="0">
                <a:ln>
                  <a:noFill/>
                </a:ln>
                <a:effectLst/>
              </a:rPr>
              <a:t>while still making the classification task challenging because of</a:t>
            </a:r>
            <a:br>
              <a:rPr kumimoji="0" lang="en-US" altLang="en-US" sz="1600" i="0" u="none" strike="noStrike" cap="none" normalizeH="0" baseline="0" dirty="0">
                <a:ln>
                  <a:noFill/>
                </a:ln>
                <a:effectLst/>
              </a:rPr>
            </a:br>
            <a:r>
              <a:rPr kumimoji="0" lang="en-US" altLang="en-US" sz="1600" i="0" u="none" strike="noStrike" cap="none" normalizeH="0" baseline="0" dirty="0">
                <a:ln>
                  <a:noFill/>
                </a:ln>
                <a:effectLst/>
              </a:rPr>
              <a:t>the small size and quality of the images.</a:t>
            </a:r>
          </a:p>
        </p:txBody>
      </p:sp>
    </p:spTree>
    <p:extLst>
      <p:ext uri="{BB962C8B-B14F-4D97-AF65-F5344CB8AC3E}">
        <p14:creationId xmlns:p14="http://schemas.microsoft.com/office/powerpoint/2010/main" val="113552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C35A92-EFC3-8D72-88FE-7B096D3A1690}"/>
              </a:ext>
            </a:extLst>
          </p:cNvPr>
          <p:cNvSpPr>
            <a:spLocks noGrp="1"/>
          </p:cNvSpPr>
          <p:nvPr>
            <p:ph type="title"/>
          </p:nvPr>
        </p:nvSpPr>
        <p:spPr>
          <a:xfrm>
            <a:off x="521208" y="978408"/>
            <a:ext cx="11155680" cy="1463040"/>
          </a:xfrm>
        </p:spPr>
        <p:txBody>
          <a:bodyPr vert="horz" lIns="91440" tIns="45720" rIns="91440" bIns="45720" rtlCol="0" anchor="t">
            <a:normAutofit/>
          </a:bodyPr>
          <a:lstStyle/>
          <a:p>
            <a:r>
              <a:rPr lang="en-US" b="1" kern="1200">
                <a:solidFill>
                  <a:schemeClr val="tx1"/>
                </a:solidFill>
                <a:latin typeface="+mj-lt"/>
                <a:ea typeface="+mj-ea"/>
                <a:cs typeface="+mj-cs"/>
              </a:rPr>
              <a:t>Preprocessing</a:t>
            </a:r>
          </a:p>
        </p:txBody>
      </p:sp>
      <p:sp>
        <p:nvSpPr>
          <p:cNvPr id="16" name="Rectangle 15">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extBox 3">
            <a:extLst>
              <a:ext uri="{FF2B5EF4-FFF2-40B4-BE49-F238E27FC236}">
                <a16:creationId xmlns:a16="http://schemas.microsoft.com/office/drawing/2014/main" id="{865E3C68-CD38-2638-AA80-7DF821AB5190}"/>
              </a:ext>
            </a:extLst>
          </p:cNvPr>
          <p:cNvGraphicFramePr/>
          <p:nvPr>
            <p:extLst>
              <p:ext uri="{D42A27DB-BD31-4B8C-83A1-F6EECF244321}">
                <p14:modId xmlns:p14="http://schemas.microsoft.com/office/powerpoint/2010/main" val="1028608903"/>
              </p:ext>
            </p:extLst>
          </p:nvPr>
        </p:nvGraphicFramePr>
        <p:xfrm>
          <a:off x="520700" y="25781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3039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reeform: Shape 42">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Rectangle 43">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5" name="Rectangle 44">
            <a:extLst>
              <a:ext uri="{FF2B5EF4-FFF2-40B4-BE49-F238E27FC236}">
                <a16:creationId xmlns:a16="http://schemas.microsoft.com/office/drawing/2014/main" id="{FAA3B297-9683-4E38-89FA-062C53E13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4C975A-A58B-3CFB-C7A9-96963D4AF2F8}"/>
              </a:ext>
            </a:extLst>
          </p:cNvPr>
          <p:cNvSpPr>
            <a:spLocks noGrp="1"/>
          </p:cNvSpPr>
          <p:nvPr>
            <p:ph type="title"/>
          </p:nvPr>
        </p:nvSpPr>
        <p:spPr>
          <a:xfrm>
            <a:off x="521208" y="978408"/>
            <a:ext cx="8686800" cy="1463040"/>
          </a:xfrm>
        </p:spPr>
        <p:txBody>
          <a:bodyPr vert="horz" lIns="91440" tIns="45720" rIns="91440" bIns="45720" rtlCol="0" anchor="t">
            <a:normAutofit/>
          </a:bodyPr>
          <a:lstStyle/>
          <a:p>
            <a:r>
              <a:rPr lang="en-US" sz="4000" b="1" kern="1200" dirty="0">
                <a:solidFill>
                  <a:schemeClr val="tx1"/>
                </a:solidFill>
                <a:latin typeface="+mj-lt"/>
                <a:ea typeface="+mj-ea"/>
                <a:cs typeface="+mj-cs"/>
              </a:rPr>
              <a:t>Data Augmentation Pipeline</a:t>
            </a:r>
          </a:p>
        </p:txBody>
      </p:sp>
      <p:sp>
        <p:nvSpPr>
          <p:cNvPr id="46" name="Rectangle 45">
            <a:extLst>
              <a:ext uri="{FF2B5EF4-FFF2-40B4-BE49-F238E27FC236}">
                <a16:creationId xmlns:a16="http://schemas.microsoft.com/office/drawing/2014/main" id="{4BF74692-AE31-4A00-B5F9-994E8D519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868680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7" name="TextBox 3">
            <a:extLst>
              <a:ext uri="{FF2B5EF4-FFF2-40B4-BE49-F238E27FC236}">
                <a16:creationId xmlns:a16="http://schemas.microsoft.com/office/drawing/2014/main" id="{9C4E3116-7AFD-466F-8EAD-729071F15DFD}"/>
              </a:ext>
            </a:extLst>
          </p:cNvPr>
          <p:cNvGraphicFramePr/>
          <p:nvPr>
            <p:extLst>
              <p:ext uri="{D42A27DB-BD31-4B8C-83A1-F6EECF244321}">
                <p14:modId xmlns:p14="http://schemas.microsoft.com/office/powerpoint/2010/main" val="594038018"/>
              </p:ext>
            </p:extLst>
          </p:nvPr>
        </p:nvGraphicFramePr>
        <p:xfrm>
          <a:off x="1831707" y="1762699"/>
          <a:ext cx="9438548" cy="41969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35064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Rectangle 26">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9" name="Rectangle 2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FA1DD6B-DA48-3D33-677A-935697B67065}"/>
              </a:ext>
            </a:extLst>
          </p:cNvPr>
          <p:cNvSpPr>
            <a:spLocks noGrp="1"/>
          </p:cNvSpPr>
          <p:nvPr>
            <p:ph type="title"/>
          </p:nvPr>
        </p:nvSpPr>
        <p:spPr>
          <a:xfrm>
            <a:off x="521208" y="978408"/>
            <a:ext cx="11155680" cy="1463040"/>
          </a:xfrm>
        </p:spPr>
        <p:txBody>
          <a:bodyPr vert="horz" lIns="91440" tIns="45720" rIns="91440" bIns="45720" rtlCol="0" anchor="t">
            <a:normAutofit/>
          </a:bodyPr>
          <a:lstStyle/>
          <a:p>
            <a:r>
              <a:rPr lang="en-US" b="1" kern="1200">
                <a:solidFill>
                  <a:schemeClr val="tx1"/>
                </a:solidFill>
                <a:latin typeface="+mj-lt"/>
                <a:ea typeface="+mj-ea"/>
                <a:cs typeface="+mj-cs"/>
              </a:rPr>
              <a:t>CNN Architecture</a:t>
            </a:r>
          </a:p>
        </p:txBody>
      </p:sp>
      <p:sp>
        <p:nvSpPr>
          <p:cNvPr id="31" name="Rectangle 3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TextBox 14">
            <a:extLst>
              <a:ext uri="{FF2B5EF4-FFF2-40B4-BE49-F238E27FC236}">
                <a16:creationId xmlns:a16="http://schemas.microsoft.com/office/drawing/2014/main" id="{49B5471A-ED96-BDF4-6FA7-7B1960E45017}"/>
              </a:ext>
            </a:extLst>
          </p:cNvPr>
          <p:cNvGraphicFramePr/>
          <p:nvPr>
            <p:extLst>
              <p:ext uri="{D42A27DB-BD31-4B8C-83A1-F6EECF244321}">
                <p14:modId xmlns:p14="http://schemas.microsoft.com/office/powerpoint/2010/main" val="1298015224"/>
              </p:ext>
            </p:extLst>
          </p:nvPr>
        </p:nvGraphicFramePr>
        <p:xfrm>
          <a:off x="596900" y="749300"/>
          <a:ext cx="11156950"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1">
            <a:extLst>
              <a:ext uri="{FF2B5EF4-FFF2-40B4-BE49-F238E27FC236}">
                <a16:creationId xmlns:a16="http://schemas.microsoft.com/office/drawing/2014/main" id="{9DB5ABD2-1C4B-E9EA-774E-E7AEEEC5A06D}"/>
              </a:ext>
            </a:extLst>
          </p:cNvPr>
          <p:cNvSpPr>
            <a:spLocks noChangeArrowheads="1"/>
          </p:cNvSpPr>
          <p:nvPr/>
        </p:nvSpPr>
        <p:spPr bwMode="auto">
          <a:xfrm>
            <a:off x="596900" y="3626088"/>
            <a:ext cx="1066981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Block 1</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Arial" panose="020B0604020202020204" pitchFamily="34" charset="0"/>
              </a:rPr>
              <a:t>learns very low-level features such as edges and simple textures using a Conv2D layer, Batch Normalization and MaxPooling2D.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Block 2 </a:t>
            </a:r>
            <a:r>
              <a:rPr kumimoji="0" lang="en-US" altLang="en-US" sz="1800" i="0" u="none" strike="noStrike" cap="none" normalizeH="0" baseline="0" dirty="0">
                <a:ln>
                  <a:noFill/>
                </a:ln>
                <a:solidFill>
                  <a:schemeClr val="tx1"/>
                </a:solidFill>
                <a:effectLst/>
                <a:latin typeface="Arial" panose="020B0604020202020204" pitchFamily="34" charset="0"/>
              </a:rPr>
              <a:t>builds on this and captures mid-level patterns (corners, small parts of objects) with more filters, again followed by Batch Normalization and MaxPooling2D.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Block 3 </a:t>
            </a:r>
            <a:r>
              <a:rPr kumimoji="0" lang="en-US" altLang="en-US" sz="1800" i="0" u="none" strike="noStrike" cap="none" normalizeH="0" baseline="0" dirty="0">
                <a:ln>
                  <a:noFill/>
                </a:ln>
                <a:solidFill>
                  <a:schemeClr val="tx1"/>
                </a:solidFill>
                <a:effectLst/>
                <a:latin typeface="Arial" panose="020B0604020202020204" pitchFamily="34" charset="0"/>
              </a:rPr>
              <a:t>extracts higher-level features and shapes using even more </a:t>
            </a:r>
            <a:r>
              <a:rPr kumimoji="0" lang="en-US" altLang="en-US" sz="1800" i="0" u="none" strike="noStrike" cap="none" normalizeH="0" baseline="0" dirty="0" err="1">
                <a:ln>
                  <a:noFill/>
                </a:ln>
                <a:solidFill>
                  <a:schemeClr val="tx1"/>
                </a:solidFill>
                <a:effectLst/>
                <a:latin typeface="Arial" panose="020B0604020202020204" pitchFamily="34" charset="0"/>
              </a:rPr>
              <a:t>filters,and</a:t>
            </a:r>
            <a:r>
              <a:rPr kumimoji="0" lang="en-US" altLang="en-US" sz="1800" i="0" u="none" strike="noStrike" cap="none" normalizeH="0" baseline="0" dirty="0">
                <a:ln>
                  <a:noFill/>
                </a:ln>
                <a:solidFill>
                  <a:schemeClr val="tx1"/>
                </a:solidFill>
                <a:effectLst/>
                <a:latin typeface="Arial" panose="020B0604020202020204" pitchFamily="34" charset="0"/>
              </a:rPr>
              <a:t> then applies GlobalAveragePooling2D to compress each feature map into a single value, reducing parameters.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Classifier Head takes these compressed features, passes them through a Dense + </a:t>
            </a:r>
            <a:r>
              <a:rPr kumimoji="0" lang="en-US" altLang="en-US" sz="1800" i="0" u="none" strike="noStrike" cap="none" normalizeH="0" baseline="0" dirty="0" err="1">
                <a:ln>
                  <a:noFill/>
                </a:ln>
                <a:solidFill>
                  <a:schemeClr val="tx1"/>
                </a:solidFill>
                <a:effectLst/>
                <a:latin typeface="Arial" panose="020B0604020202020204" pitchFamily="34" charset="0"/>
              </a:rPr>
              <a:t>ReLU</a:t>
            </a:r>
            <a:r>
              <a:rPr kumimoji="0" lang="en-US" altLang="en-US" sz="1800" i="0" u="none" strike="noStrike" cap="none" normalizeH="0" baseline="0" dirty="0">
                <a:ln>
                  <a:noFill/>
                </a:ln>
                <a:solidFill>
                  <a:schemeClr val="tx1"/>
                </a:solidFill>
                <a:effectLst/>
                <a:latin typeface="Arial" panose="020B0604020202020204" pitchFamily="34" charset="0"/>
              </a:rPr>
              <a:t> + Dropout layer for regularization, and finally a Dense (10, </a:t>
            </a:r>
            <a:r>
              <a:rPr kumimoji="0" lang="en-US" altLang="en-US" sz="1800" i="0" u="none" strike="noStrike" cap="none" normalizeH="0" baseline="0" dirty="0" err="1">
                <a:ln>
                  <a:noFill/>
                </a:ln>
                <a:solidFill>
                  <a:schemeClr val="tx1"/>
                </a:solidFill>
                <a:effectLst/>
                <a:latin typeface="Arial" panose="020B0604020202020204" pitchFamily="34" charset="0"/>
              </a:rPr>
              <a:t>softmax</a:t>
            </a:r>
            <a:r>
              <a:rPr kumimoji="0" lang="en-US" altLang="en-US" sz="1800" i="0" u="none" strike="noStrike" cap="none" normalizeH="0" baseline="0" dirty="0">
                <a:ln>
                  <a:noFill/>
                </a:ln>
                <a:solidFill>
                  <a:schemeClr val="tx1"/>
                </a:solidFill>
                <a:effectLst/>
                <a:latin typeface="Arial" panose="020B0604020202020204" pitchFamily="34" charset="0"/>
              </a:rPr>
              <a:t>) layer that outputs the probabilities for the 10 CIFAR-10 classes.</a:t>
            </a:r>
          </a:p>
        </p:txBody>
      </p:sp>
    </p:spTree>
    <p:extLst>
      <p:ext uri="{BB962C8B-B14F-4D97-AF65-F5344CB8AC3E}">
        <p14:creationId xmlns:p14="http://schemas.microsoft.com/office/powerpoint/2010/main" val="3923912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AEB78B7-F99E-F253-23FF-5B6A50C958E4}"/>
              </a:ext>
            </a:extLst>
          </p:cNvPr>
          <p:cNvSpPr txBox="1"/>
          <p:nvPr/>
        </p:nvSpPr>
        <p:spPr>
          <a:xfrm>
            <a:off x="1045028" y="520384"/>
            <a:ext cx="8374393" cy="707886"/>
          </a:xfrm>
          <a:prstGeom prst="rect">
            <a:avLst/>
          </a:prstGeom>
          <a:noFill/>
        </p:spPr>
        <p:txBody>
          <a:bodyPr wrap="square">
            <a:spAutoFit/>
          </a:bodyPr>
          <a:lstStyle/>
          <a:p>
            <a:pPr>
              <a:spcAft>
                <a:spcPts val="600"/>
              </a:spcAft>
            </a:pPr>
            <a:r>
              <a:rPr lang="en-US" sz="4000" b="1" dirty="0"/>
              <a:t>Training Setup &amp; Hyperparameters</a:t>
            </a:r>
          </a:p>
        </p:txBody>
      </p:sp>
      <p:graphicFrame>
        <p:nvGraphicFramePr>
          <p:cNvPr id="7" name="TextBox 4">
            <a:extLst>
              <a:ext uri="{FF2B5EF4-FFF2-40B4-BE49-F238E27FC236}">
                <a16:creationId xmlns:a16="http://schemas.microsoft.com/office/drawing/2014/main" id="{7F352A11-89A2-9F51-2FD8-95526BAEBCA8}"/>
              </a:ext>
            </a:extLst>
          </p:cNvPr>
          <p:cNvGraphicFramePr/>
          <p:nvPr>
            <p:extLst>
              <p:ext uri="{D42A27DB-BD31-4B8C-83A1-F6EECF244321}">
                <p14:modId xmlns:p14="http://schemas.microsoft.com/office/powerpoint/2010/main" val="939107246"/>
              </p:ext>
            </p:extLst>
          </p:nvPr>
        </p:nvGraphicFramePr>
        <p:xfrm>
          <a:off x="3690255" y="752731"/>
          <a:ext cx="7990115" cy="661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23473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E8BAA160-18A6-38AE-4699-2AD01EF53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E2E11E-929A-337D-A73B-D7EE07B7F62E}"/>
              </a:ext>
            </a:extLst>
          </p:cNvPr>
          <p:cNvSpPr>
            <a:spLocks noGrp="1"/>
          </p:cNvSpPr>
          <p:nvPr>
            <p:ph type="title"/>
          </p:nvPr>
        </p:nvSpPr>
        <p:spPr>
          <a:xfrm>
            <a:off x="521208" y="978408"/>
            <a:ext cx="11155680" cy="707173"/>
          </a:xfrm>
          <a:ln/>
        </p:spPr>
        <p:style>
          <a:lnRef idx="2">
            <a:schemeClr val="dk1"/>
          </a:lnRef>
          <a:fillRef idx="1">
            <a:schemeClr val="lt1"/>
          </a:fillRef>
          <a:effectRef idx="0">
            <a:schemeClr val="dk1"/>
          </a:effectRef>
          <a:fontRef idx="minor">
            <a:schemeClr val="dk1"/>
          </a:fontRef>
        </p:style>
        <p:txBody>
          <a:bodyPr vert="horz" lIns="91440" tIns="45720" rIns="91440" bIns="45720" rtlCol="0" anchor="t">
            <a:normAutofit fontScale="90000"/>
          </a:bodyPr>
          <a:lstStyle/>
          <a:p>
            <a:r>
              <a:rPr lang="en-US" b="1" kern="1200" dirty="0">
                <a:solidFill>
                  <a:schemeClr val="tx1"/>
                </a:solidFill>
                <a:latin typeface="+mj-lt"/>
                <a:ea typeface="+mj-ea"/>
                <a:cs typeface="+mj-cs"/>
              </a:rPr>
              <a:t>Training &amp; Validation Curves</a:t>
            </a:r>
          </a:p>
        </p:txBody>
      </p:sp>
      <p:sp>
        <p:nvSpPr>
          <p:cNvPr id="32" name="Rectangle 31">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TextBox 3">
            <a:extLst>
              <a:ext uri="{FF2B5EF4-FFF2-40B4-BE49-F238E27FC236}">
                <a16:creationId xmlns:a16="http://schemas.microsoft.com/office/drawing/2014/main" id="{855797D7-F94B-F586-7355-D187EA1D1B87}"/>
              </a:ext>
            </a:extLst>
          </p:cNvPr>
          <p:cNvGraphicFramePr/>
          <p:nvPr>
            <p:extLst>
              <p:ext uri="{D42A27DB-BD31-4B8C-83A1-F6EECF244321}">
                <p14:modId xmlns:p14="http://schemas.microsoft.com/office/powerpoint/2010/main" val="136804901"/>
              </p:ext>
            </p:extLst>
          </p:nvPr>
        </p:nvGraphicFramePr>
        <p:xfrm>
          <a:off x="520699" y="2578100"/>
          <a:ext cx="11150383" cy="376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7572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E14F0301-9F6D-3202-9399-7D6B4D81F4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32" y="1626054"/>
            <a:ext cx="5905882" cy="3903888"/>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a:extLst>
              <a:ext uri="{FF2B5EF4-FFF2-40B4-BE49-F238E27FC236}">
                <a16:creationId xmlns:a16="http://schemas.microsoft.com/office/drawing/2014/main" id="{4B0D9CF5-E082-1745-DD26-67AB29286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8914" y="1626054"/>
            <a:ext cx="5905882" cy="3903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553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4E17AA97-89A7-45C1-B813-BFF6C23D7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3AC4FE1-D370-43A6-96C5-076716BB1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A3D569D-D3A6-49CA-A483-291E95DACA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2168" y="612648"/>
            <a:ext cx="5021183"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9E19052-1992-521B-F34A-61AD4CA33C40}"/>
              </a:ext>
            </a:extLst>
          </p:cNvPr>
          <p:cNvSpPr txBox="1"/>
          <p:nvPr/>
        </p:nvSpPr>
        <p:spPr>
          <a:xfrm>
            <a:off x="521208" y="978408"/>
            <a:ext cx="5020056" cy="5376672"/>
          </a:xfrm>
          <a:prstGeom prst="rect">
            <a:avLst/>
          </a:prstGeom>
        </p:spPr>
        <p:txBody>
          <a:bodyPr vert="horz" lIns="91440" tIns="45720" rIns="91440" bIns="45720" rtlCol="0" anchor="t">
            <a:normAutofit/>
          </a:bodyPr>
          <a:lstStyle/>
          <a:p>
            <a:pPr>
              <a:spcBef>
                <a:spcPct val="0"/>
              </a:spcBef>
              <a:spcAft>
                <a:spcPts val="600"/>
              </a:spcAft>
            </a:pPr>
            <a:r>
              <a:rPr lang="en-US" sz="4400" b="1" kern="1200" dirty="0">
                <a:solidFill>
                  <a:schemeClr val="tx1"/>
                </a:solidFill>
                <a:latin typeface="+mj-lt"/>
                <a:ea typeface="+mj-ea"/>
                <a:cs typeface="+mj-cs"/>
              </a:rPr>
              <a:t>Test Performance</a:t>
            </a:r>
          </a:p>
        </p:txBody>
      </p:sp>
      <p:sp>
        <p:nvSpPr>
          <p:cNvPr id="4" name="Rectangle 1">
            <a:extLst>
              <a:ext uri="{FF2B5EF4-FFF2-40B4-BE49-F238E27FC236}">
                <a16:creationId xmlns:a16="http://schemas.microsoft.com/office/drawing/2014/main" id="{5E9A84E4-6188-7938-C30A-2D121AA53EEB}"/>
              </a:ext>
            </a:extLst>
          </p:cNvPr>
          <p:cNvSpPr>
            <a:spLocks noChangeArrowheads="1"/>
          </p:cNvSpPr>
          <p:nvPr/>
        </p:nvSpPr>
        <p:spPr bwMode="auto">
          <a:xfrm>
            <a:off x="6665976" y="1042416"/>
            <a:ext cx="5010912" cy="53126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285750" marR="0" lvl="0" indent="-285750" fontAlgn="base">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dirty="0">
                <a:ln>
                  <a:noFill/>
                </a:ln>
                <a:effectLst/>
              </a:rPr>
              <a:t>On the held-out test set of </a:t>
            </a:r>
            <a:r>
              <a:rPr kumimoji="0" lang="en-US" altLang="en-US" sz="1500" b="1" i="0" u="none" strike="noStrike" cap="none" normalizeH="0" baseline="0" dirty="0">
                <a:ln>
                  <a:noFill/>
                </a:ln>
                <a:effectLst/>
              </a:rPr>
              <a:t>1,500 images</a:t>
            </a:r>
            <a:r>
              <a:rPr kumimoji="0" lang="en-US" altLang="en-US" sz="1500" b="0" i="0" u="none" strike="noStrike" cap="none" normalizeH="0" baseline="0" dirty="0">
                <a:ln>
                  <a:noFill/>
                </a:ln>
                <a:effectLst/>
              </a:rPr>
              <a:t>, our lightweight CNN achieves a </a:t>
            </a:r>
            <a:r>
              <a:rPr kumimoji="0" lang="en-US" altLang="en-US" sz="1500" b="1" i="0" u="none" strike="noStrike" cap="none" normalizeH="0" baseline="0" dirty="0">
                <a:ln>
                  <a:noFill/>
                </a:ln>
                <a:effectLst/>
              </a:rPr>
              <a:t>test loss of about 1.48</a:t>
            </a:r>
            <a:r>
              <a:rPr kumimoji="0" lang="en-US" altLang="en-US" sz="1500" b="0" i="0" u="none" strike="noStrike" cap="none" normalizeH="0" baseline="0" dirty="0">
                <a:ln>
                  <a:noFill/>
                </a:ln>
                <a:effectLst/>
              </a:rPr>
              <a:t> and a </a:t>
            </a:r>
            <a:r>
              <a:rPr kumimoji="0" lang="en-US" altLang="en-US" sz="1500" b="1" i="0" u="none" strike="noStrike" cap="none" normalizeH="0" baseline="0" dirty="0">
                <a:ln>
                  <a:noFill/>
                </a:ln>
                <a:effectLst/>
              </a:rPr>
              <a:t>test accuracy of around 48.9%</a:t>
            </a:r>
            <a:r>
              <a:rPr kumimoji="0" lang="en-US" altLang="en-US" sz="1500" b="0" i="0" u="none" strike="noStrike" cap="none" normalizeH="0" baseline="0" dirty="0">
                <a:ln>
                  <a:noFill/>
                </a:ln>
                <a:effectLst/>
              </a:rPr>
              <a:t>.</a:t>
            </a:r>
          </a:p>
          <a:p>
            <a:pPr marL="285750" marR="0" lvl="0" indent="-285750" fontAlgn="base">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dirty="0">
                <a:ln>
                  <a:noFill/>
                </a:ln>
                <a:effectLst/>
              </a:rPr>
              <a:t>This means the model correctly classifies </a:t>
            </a:r>
            <a:r>
              <a:rPr kumimoji="0" lang="en-US" altLang="en-US" sz="1500" b="1" i="0" u="none" strike="noStrike" cap="none" normalizeH="0" baseline="0" dirty="0">
                <a:ln>
                  <a:noFill/>
                </a:ln>
                <a:effectLst/>
              </a:rPr>
              <a:t>roughly half of the test images</a:t>
            </a:r>
            <a:r>
              <a:rPr kumimoji="0" lang="en-US" altLang="en-US" sz="1500" b="0" i="0" u="none" strike="noStrike" cap="none" normalizeH="0" baseline="0" dirty="0">
                <a:ln>
                  <a:noFill/>
                </a:ln>
                <a:effectLst/>
              </a:rPr>
              <a:t>, which is reasonable for a small, noisy dataset and a compact architecture.</a:t>
            </a:r>
          </a:p>
          <a:p>
            <a:pPr marL="285750" marR="0" lvl="0" indent="-285750" fontAlgn="base">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dirty="0">
                <a:ln>
                  <a:noFill/>
                </a:ln>
                <a:effectLst/>
              </a:rPr>
              <a:t>The </a:t>
            </a:r>
            <a:r>
              <a:rPr kumimoji="0" lang="en-US" altLang="en-US" sz="1500" b="1" i="0" u="none" strike="noStrike" cap="none" normalizeH="0" baseline="0" dirty="0">
                <a:ln>
                  <a:noFill/>
                </a:ln>
                <a:effectLst/>
              </a:rPr>
              <a:t>macro precision is about 53.9%</a:t>
            </a:r>
            <a:r>
              <a:rPr kumimoji="0" lang="en-US" altLang="en-US" sz="1500" b="0" i="0" u="none" strike="noStrike" cap="none" normalizeH="0" baseline="0" dirty="0">
                <a:ln>
                  <a:noFill/>
                </a:ln>
                <a:effectLst/>
              </a:rPr>
              <a:t>, showing that when the model predicts a class, it is correct a little more than half the time on average.</a:t>
            </a:r>
          </a:p>
          <a:p>
            <a:pPr marL="285750" marR="0" lvl="0" indent="-285750" fontAlgn="base">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dirty="0">
                <a:ln>
                  <a:noFill/>
                </a:ln>
                <a:effectLst/>
              </a:rPr>
              <a:t>The </a:t>
            </a:r>
            <a:r>
              <a:rPr kumimoji="0" lang="en-US" altLang="en-US" sz="1500" b="1" i="0" u="none" strike="noStrike" cap="none" normalizeH="0" baseline="0" dirty="0">
                <a:ln>
                  <a:noFill/>
                </a:ln>
                <a:effectLst/>
              </a:rPr>
              <a:t>macro recall is about 48.9%</a:t>
            </a:r>
            <a:r>
              <a:rPr kumimoji="0" lang="en-US" altLang="en-US" sz="1500" b="0" i="0" u="none" strike="noStrike" cap="none" normalizeH="0" baseline="0" dirty="0">
                <a:ln>
                  <a:noFill/>
                </a:ln>
                <a:effectLst/>
              </a:rPr>
              <a:t> and the </a:t>
            </a:r>
            <a:r>
              <a:rPr kumimoji="0" lang="en-US" altLang="en-US" sz="1500" b="1" i="0" u="none" strike="noStrike" cap="none" normalizeH="0" baseline="0" dirty="0">
                <a:ln>
                  <a:noFill/>
                </a:ln>
                <a:effectLst/>
              </a:rPr>
              <a:t>macro F1-score is around 48.0%</a:t>
            </a:r>
            <a:r>
              <a:rPr kumimoji="0" lang="en-US" altLang="en-US" sz="1500" b="0" i="0" u="none" strike="noStrike" cap="none" normalizeH="0" baseline="0" dirty="0">
                <a:ln>
                  <a:noFill/>
                </a:ln>
                <a:effectLst/>
              </a:rPr>
              <a:t>, indicating that the model detects roughly half of the samples in each class correctly.</a:t>
            </a:r>
          </a:p>
          <a:p>
            <a:pPr marL="285750" marR="0" lvl="0" indent="-285750" fontAlgn="base">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dirty="0">
                <a:ln>
                  <a:noFill/>
                </a:ln>
                <a:effectLst/>
              </a:rPr>
              <a:t>The gap between training and test performance suggests that there is still </a:t>
            </a:r>
            <a:r>
              <a:rPr kumimoji="0" lang="en-US" altLang="en-US" sz="1500" b="1" i="0" u="none" strike="noStrike" cap="none" normalizeH="0" baseline="0" dirty="0">
                <a:ln>
                  <a:noFill/>
                </a:ln>
                <a:effectLst/>
              </a:rPr>
              <a:t>some overfitting</a:t>
            </a:r>
            <a:r>
              <a:rPr kumimoji="0" lang="en-US" altLang="en-US" sz="1500" b="0" i="0" u="none" strike="noStrike" cap="none" normalizeH="0" baseline="0" dirty="0">
                <a:ln>
                  <a:noFill/>
                </a:ln>
                <a:effectLst/>
              </a:rPr>
              <a:t> and that the model’s </a:t>
            </a:r>
            <a:r>
              <a:rPr kumimoji="0" lang="en-US" altLang="en-US" sz="1500" b="1" i="0" u="none" strike="noStrike" cap="none" normalizeH="0" baseline="0" dirty="0">
                <a:ln>
                  <a:noFill/>
                </a:ln>
                <a:effectLst/>
              </a:rPr>
              <a:t>generalization ability is limited</a:t>
            </a:r>
            <a:r>
              <a:rPr kumimoji="0" lang="en-US" altLang="en-US" sz="1500" b="0" i="0" u="none" strike="noStrike" cap="none" normalizeH="0" baseline="0" dirty="0">
                <a:ln>
                  <a:noFill/>
                </a:ln>
                <a:effectLst/>
              </a:rPr>
              <a:t> by dataset size and image quality.</a:t>
            </a:r>
          </a:p>
          <a:p>
            <a:pPr marL="285750" marR="0" lvl="0" indent="-285750" fontAlgn="base">
              <a:spcBef>
                <a:spcPct val="0"/>
              </a:spcBef>
              <a:spcAft>
                <a:spcPts val="600"/>
              </a:spcAft>
              <a:buClrTx/>
              <a:buSzTx/>
              <a:buFont typeface="Wingdings" panose="05000000000000000000" pitchFamily="2" charset="2"/>
              <a:buChar char="Ø"/>
              <a:tabLst/>
            </a:pPr>
            <a:r>
              <a:rPr kumimoji="0" lang="en-US" altLang="en-US" sz="1500" b="0" i="0" u="none" strike="noStrike" cap="none" normalizeH="0" baseline="0" dirty="0">
                <a:ln>
                  <a:noFill/>
                </a:ln>
                <a:effectLst/>
              </a:rPr>
              <a:t>These results could be improved further by using </a:t>
            </a:r>
            <a:r>
              <a:rPr kumimoji="0" lang="en-US" altLang="en-US" sz="1500" b="1" i="0" u="none" strike="noStrike" cap="none" normalizeH="0" baseline="0" dirty="0">
                <a:ln>
                  <a:noFill/>
                </a:ln>
                <a:effectLst/>
              </a:rPr>
              <a:t>more data</a:t>
            </a:r>
            <a:r>
              <a:rPr kumimoji="0" lang="en-US" altLang="en-US" sz="1500" b="0" i="0" u="none" strike="noStrike" cap="none" normalizeH="0" baseline="0" dirty="0">
                <a:ln>
                  <a:noFill/>
                </a:ln>
                <a:effectLst/>
              </a:rPr>
              <a:t>, adding </a:t>
            </a:r>
            <a:r>
              <a:rPr kumimoji="0" lang="en-US" altLang="en-US" sz="1500" b="1" i="0" u="none" strike="noStrike" cap="none" normalizeH="0" baseline="0" dirty="0">
                <a:ln>
                  <a:noFill/>
                </a:ln>
                <a:effectLst/>
              </a:rPr>
              <a:t>stronger regularization</a:t>
            </a:r>
            <a:r>
              <a:rPr kumimoji="0" lang="en-US" altLang="en-US" sz="1500" b="0" i="0" u="none" strike="noStrike" cap="none" normalizeH="0" baseline="0" dirty="0">
                <a:ln>
                  <a:noFill/>
                </a:ln>
                <a:effectLst/>
              </a:rPr>
              <a:t>, or </a:t>
            </a:r>
            <a:r>
              <a:rPr kumimoji="0" lang="en-US" altLang="en-US" sz="1500" b="1" i="0" u="none" strike="noStrike" cap="none" normalizeH="0" baseline="0" dirty="0">
                <a:ln>
                  <a:noFill/>
                </a:ln>
                <a:effectLst/>
              </a:rPr>
              <a:t>fine-tuning the architecture and hyperparameters</a:t>
            </a:r>
            <a:r>
              <a:rPr kumimoji="0" lang="en-US" altLang="en-US" sz="1500" b="0" i="0" u="none" strike="noStrike" cap="none" normalizeH="0" baseline="0" dirty="0">
                <a:ln>
                  <a:noFill/>
                </a:ln>
                <a:effectLst/>
              </a:rPr>
              <a:t>.</a:t>
            </a:r>
          </a:p>
          <a:p>
            <a:pPr marL="0" marR="0" lvl="0" indent="-228600" fontAlgn="base">
              <a:spcBef>
                <a:spcPct val="0"/>
              </a:spcBef>
              <a:spcAft>
                <a:spcPts val="600"/>
              </a:spcAft>
              <a:buClrTx/>
              <a:buSzTx/>
              <a:buFont typeface="Arial" panose="020B0604020202020204" pitchFamily="34" charset="0"/>
              <a:buChar char="•"/>
              <a:tabLst/>
            </a:pPr>
            <a:endParaRPr kumimoji="0" lang="en-US" altLang="en-US" sz="1500" b="0" i="0" u="none" strike="noStrike" cap="none" normalizeH="0" baseline="0" dirty="0">
              <a:ln>
                <a:noFill/>
              </a:ln>
              <a:effectLst/>
            </a:endParaRPr>
          </a:p>
        </p:txBody>
      </p:sp>
    </p:spTree>
    <p:extLst>
      <p:ext uri="{BB962C8B-B14F-4D97-AF65-F5344CB8AC3E}">
        <p14:creationId xmlns:p14="http://schemas.microsoft.com/office/powerpoint/2010/main" val="2873620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0" name="Freeform: Shape 1331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322" name="Rectangle 13321">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4521AAD-0D0D-554B-AF5C-882DF004BDB3}"/>
              </a:ext>
            </a:extLst>
          </p:cNvPr>
          <p:cNvSpPr txBox="1"/>
          <p:nvPr/>
        </p:nvSpPr>
        <p:spPr>
          <a:xfrm>
            <a:off x="6153912" y="978408"/>
            <a:ext cx="5513832" cy="1463040"/>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700" b="1" kern="1200" dirty="0">
                <a:solidFill>
                  <a:schemeClr val="tx1"/>
                </a:solidFill>
                <a:latin typeface="+mj-lt"/>
                <a:ea typeface="+mj-ea"/>
                <a:cs typeface="+mj-cs"/>
              </a:rPr>
              <a:t>Class-wise Performance &amp; Confusion Matrix</a:t>
            </a:r>
          </a:p>
        </p:txBody>
      </p:sp>
      <p:pic>
        <p:nvPicPr>
          <p:cNvPr id="13315" name="Picture 3" descr="A screenshot of a graph&#10;&#10;AI-generated content may be incorrect.">
            <a:extLst>
              <a:ext uri="{FF2B5EF4-FFF2-40B4-BE49-F238E27FC236}">
                <a16:creationId xmlns:a16="http://schemas.microsoft.com/office/drawing/2014/main" id="{1FE5CBA3-0148-FF89-2426-BDEB79BA072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7867" y="1467919"/>
            <a:ext cx="4959823" cy="3918260"/>
          </a:xfrm>
          <a:prstGeom prst="rect">
            <a:avLst/>
          </a:prstGeom>
          <a:noFill/>
          <a:extLst>
            <a:ext uri="{909E8E84-426E-40DD-AFC4-6F175D3DCCD1}">
              <a14:hiddenFill xmlns:a14="http://schemas.microsoft.com/office/drawing/2010/main">
                <a:solidFill>
                  <a:srgbClr val="FFFFFF"/>
                </a:solidFill>
              </a14:hiddenFill>
            </a:ext>
          </a:extLst>
        </p:spPr>
      </p:pic>
      <p:sp>
        <p:nvSpPr>
          <p:cNvPr id="13324" name="Freeform: Shape 13323">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1">
            <a:extLst>
              <a:ext uri="{FF2B5EF4-FFF2-40B4-BE49-F238E27FC236}">
                <a16:creationId xmlns:a16="http://schemas.microsoft.com/office/drawing/2014/main" id="{05E351E8-5000-3F29-3403-6FF6D3B72BA4}"/>
              </a:ext>
            </a:extLst>
          </p:cNvPr>
          <p:cNvSpPr>
            <a:spLocks noChangeArrowheads="1"/>
          </p:cNvSpPr>
          <p:nvPr/>
        </p:nvSpPr>
        <p:spPr bwMode="auto">
          <a:xfrm>
            <a:off x="5794873" y="2170323"/>
            <a:ext cx="6158428" cy="446183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Automobile</a:t>
            </a:r>
            <a:r>
              <a:rPr kumimoji="0" lang="en-US" altLang="en-US" sz="1200" b="0" i="0" u="none" strike="noStrike" cap="none" normalizeH="0" baseline="0" dirty="0">
                <a:ln>
                  <a:noFill/>
                </a:ln>
                <a:effectLst/>
              </a:rPr>
              <a:t> has strong performance </a:t>
            </a:r>
            <a:r>
              <a:rPr kumimoji="0" lang="en-US" altLang="en-US" sz="1200" i="0" u="none" strike="noStrike" cap="none" normalizeH="0" baseline="0" dirty="0">
                <a:ln>
                  <a:noFill/>
                </a:ln>
                <a:effectLst/>
              </a:rPr>
              <a:t>with high precision and good recall, </a:t>
            </a:r>
            <a:r>
              <a:rPr kumimoji="0" lang="en-US" altLang="en-US" sz="1200" b="0" i="0" u="none" strike="noStrike" cap="none" normalizeH="0" baseline="0" dirty="0">
                <a:ln>
                  <a:noFill/>
                </a:ln>
                <a:effectLst/>
              </a:rPr>
              <a:t>meaning the model predicts this class reliably.</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Ship</a:t>
            </a:r>
            <a:r>
              <a:rPr kumimoji="0" lang="en-US" altLang="en-US" sz="1200" b="0" i="0" u="none" strike="noStrike" cap="none" normalizeH="0" baseline="0" dirty="0">
                <a:ln>
                  <a:noFill/>
                </a:ln>
                <a:effectLst/>
              </a:rPr>
              <a:t> shows </a:t>
            </a:r>
            <a:r>
              <a:rPr kumimoji="0" lang="en-US" altLang="en-US" sz="1200" i="0" u="none" strike="noStrike" cap="none" normalizeH="0" baseline="0" dirty="0">
                <a:ln>
                  <a:noFill/>
                </a:ln>
                <a:effectLst/>
              </a:rPr>
              <a:t>very high recall but moderate precision, so the model detects most ships but sometimes labels other objects as ships.</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Truck</a:t>
            </a:r>
            <a:r>
              <a:rPr kumimoji="0" lang="en-US" altLang="en-US" sz="1200" b="0" i="0" u="none" strike="noStrike" cap="none" normalizeH="0" baseline="0" dirty="0">
                <a:ln>
                  <a:noFill/>
                </a:ln>
                <a:effectLst/>
              </a:rPr>
              <a:t> also </a:t>
            </a:r>
            <a:r>
              <a:rPr kumimoji="0" lang="en-US" altLang="en-US" sz="1200" i="0" u="none" strike="noStrike" cap="none" normalizeH="0" baseline="0" dirty="0">
                <a:ln>
                  <a:noFill/>
                </a:ln>
                <a:effectLst/>
              </a:rPr>
              <a:t>has high precision, indicating that when the model predicts truck, it is usually correct.</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Frog</a:t>
            </a:r>
            <a:r>
              <a:rPr kumimoji="0" lang="en-US" altLang="en-US" sz="1200" b="0" i="0" u="none" strike="noStrike" cap="none" normalizeH="0" baseline="0" dirty="0">
                <a:ln>
                  <a:noFill/>
                </a:ln>
                <a:effectLst/>
              </a:rPr>
              <a:t> has </a:t>
            </a:r>
            <a:r>
              <a:rPr kumimoji="0" lang="en-US" altLang="en-US" sz="1200" i="0" u="none" strike="noStrike" cap="none" normalizeH="0" baseline="0" dirty="0">
                <a:ln>
                  <a:noFill/>
                </a:ln>
                <a:effectLst/>
              </a:rPr>
              <a:t>high recall but only moderate precision, so the model rarely misses frogs but wrongly calls some other images frog.</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Bird</a:t>
            </a:r>
            <a:r>
              <a:rPr kumimoji="0" lang="en-US" altLang="en-US" sz="1200" b="0" i="0" u="none" strike="noStrike" cap="none" normalizeH="0" baseline="0" dirty="0">
                <a:ln>
                  <a:noFill/>
                </a:ln>
                <a:effectLst/>
              </a:rPr>
              <a:t> is </a:t>
            </a:r>
            <a:r>
              <a:rPr kumimoji="0" lang="en-US" altLang="en-US" sz="1200" i="0" u="none" strike="noStrike" cap="none" normalizeH="0" baseline="0" dirty="0">
                <a:ln>
                  <a:noFill/>
                </a:ln>
                <a:effectLst/>
              </a:rPr>
              <a:t>difficult for the model, with low recall, meaning many bird images are misclassified as other classes.</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Cat</a:t>
            </a:r>
            <a:r>
              <a:rPr kumimoji="0" lang="en-US" altLang="en-US" sz="1200" b="0" i="0" u="none" strike="noStrike" cap="none" normalizeH="0" baseline="0" dirty="0">
                <a:ln>
                  <a:noFill/>
                </a:ln>
                <a:effectLst/>
              </a:rPr>
              <a:t> </a:t>
            </a:r>
            <a:r>
              <a:rPr kumimoji="0" lang="en-US" altLang="en-US" sz="1200" i="0" u="none" strike="noStrike" cap="none" normalizeH="0" baseline="0" dirty="0">
                <a:ln>
                  <a:noFill/>
                </a:ln>
                <a:effectLst/>
              </a:rPr>
              <a:t>has moderate precision and </a:t>
            </a:r>
            <a:r>
              <a:rPr kumimoji="0" lang="en-US" altLang="en-US" sz="1200" i="0" u="none" strike="noStrike" cap="none" normalizeH="0" baseline="0" dirty="0" err="1">
                <a:ln>
                  <a:noFill/>
                </a:ln>
                <a:effectLst/>
              </a:rPr>
              <a:t>recall,and</a:t>
            </a:r>
            <a:r>
              <a:rPr kumimoji="0" lang="en-US" altLang="en-US" sz="1200" i="0" u="none" strike="noStrike" cap="none" normalizeH="0" baseline="0" dirty="0">
                <a:ln>
                  <a:noFill/>
                </a:ln>
                <a:effectLst/>
              </a:rPr>
              <a:t> is often confused with dog and other animal classes.</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effectLst/>
              </a:rPr>
              <a:t>Horse</a:t>
            </a:r>
            <a:r>
              <a:rPr kumimoji="0" lang="en-US" altLang="en-US" sz="1200" b="0" i="0" u="none" strike="noStrike" cap="none" normalizeH="0" baseline="0" dirty="0">
                <a:ln>
                  <a:noFill/>
                </a:ln>
                <a:effectLst/>
              </a:rPr>
              <a:t> </a:t>
            </a:r>
            <a:r>
              <a:rPr kumimoji="0" lang="en-US" altLang="en-US" sz="1200" i="0" u="none" strike="noStrike" cap="none" normalizeH="0" baseline="0" dirty="0">
                <a:ln>
                  <a:noFill/>
                </a:ln>
                <a:effectLst/>
              </a:rPr>
              <a:t>shows very high precision but low recall, so predicted horses are mostly correct, but many real horse images are missed.</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effectLst/>
              </a:rPr>
              <a:t>The </a:t>
            </a:r>
            <a:r>
              <a:rPr kumimoji="0" lang="en-US" altLang="en-US" sz="1200" b="1" i="0" u="none" strike="noStrike" cap="none" normalizeH="0" baseline="0" dirty="0">
                <a:ln>
                  <a:noFill/>
                </a:ln>
                <a:effectLst/>
              </a:rPr>
              <a:t>confusion matrix</a:t>
            </a:r>
            <a:r>
              <a:rPr kumimoji="0" lang="en-US" altLang="en-US" sz="1200" b="0" i="0" u="none" strike="noStrike" cap="none" normalizeH="0" baseline="0" dirty="0">
                <a:ln>
                  <a:noFill/>
                </a:ln>
                <a:effectLst/>
              </a:rPr>
              <a:t> </a:t>
            </a:r>
            <a:r>
              <a:rPr kumimoji="0" lang="en-US" altLang="en-US" sz="1200" i="0" u="none" strike="noStrike" cap="none" normalizeH="0" baseline="0" dirty="0">
                <a:ln>
                  <a:noFill/>
                </a:ln>
                <a:effectLst/>
              </a:rPr>
              <a:t>reveals typical mistakes such as airplanes being confused with ships and animals (cat, dog, deer, bird) being confused with each other.</a:t>
            </a:r>
          </a:p>
          <a:p>
            <a:pPr marL="0" marR="0" lvl="0" indent="-228600" fontAlgn="base">
              <a:spcBef>
                <a:spcPct val="0"/>
              </a:spcBef>
              <a:spcAft>
                <a:spcPts val="600"/>
              </a:spcAft>
              <a:buClrTx/>
              <a:buSzTx/>
              <a:buFont typeface="Arial" panose="020B0604020202020204" pitchFamily="34" charset="0"/>
              <a:buChar char="•"/>
              <a:tabLst/>
            </a:pPr>
            <a:r>
              <a:rPr kumimoji="0" lang="en-US" altLang="en-US" sz="1200" i="0" u="none" strike="noStrike" cap="none" normalizeH="0" baseline="0" dirty="0">
                <a:ln>
                  <a:noFill/>
                </a:ln>
                <a:effectLst/>
              </a:rPr>
              <a:t>Overall, the model classifies vehicle classes better than animal classes, showing that small, low-resolution animal images are more challenging for this lightweight CNN.</a:t>
            </a:r>
          </a:p>
        </p:txBody>
      </p:sp>
    </p:spTree>
    <p:extLst>
      <p:ext uri="{BB962C8B-B14F-4D97-AF65-F5344CB8AC3E}">
        <p14:creationId xmlns:p14="http://schemas.microsoft.com/office/powerpoint/2010/main" val="2669982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1F137-8B45-5E2E-509D-D4E18B162D13}"/>
              </a:ext>
            </a:extLst>
          </p:cNvPr>
          <p:cNvSpPr>
            <a:spLocks noGrp="1"/>
          </p:cNvSpPr>
          <p:nvPr>
            <p:ph type="title"/>
          </p:nvPr>
        </p:nvSpPr>
        <p:spPr>
          <a:xfrm>
            <a:off x="521208" y="978408"/>
            <a:ext cx="11155680" cy="917769"/>
          </a:xfrm>
        </p:spPr>
        <p:txBody>
          <a:bodyPr>
            <a:normAutofit/>
          </a:bodyPr>
          <a:lstStyle/>
          <a:p>
            <a:r>
              <a:rPr lang="en-US" sz="3200" dirty="0"/>
              <a:t>Feature Map Visualization &amp; Interpretability</a:t>
            </a:r>
          </a:p>
        </p:txBody>
      </p:sp>
      <p:sp>
        <p:nvSpPr>
          <p:cNvPr id="4" name="TextBox 3">
            <a:extLst>
              <a:ext uri="{FF2B5EF4-FFF2-40B4-BE49-F238E27FC236}">
                <a16:creationId xmlns:a16="http://schemas.microsoft.com/office/drawing/2014/main" id="{B51A548E-E40F-9813-653C-29AE35DA08EF}"/>
              </a:ext>
            </a:extLst>
          </p:cNvPr>
          <p:cNvSpPr txBox="1"/>
          <p:nvPr/>
        </p:nvSpPr>
        <p:spPr>
          <a:xfrm>
            <a:off x="3135429" y="1658673"/>
            <a:ext cx="8535363" cy="50783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285750" indent="-285750">
              <a:buFont typeface="Wingdings" panose="05000000000000000000" pitchFamily="2" charset="2"/>
              <a:buChar char="Ø"/>
            </a:pPr>
            <a:r>
              <a:rPr lang="en-US" dirty="0"/>
              <a:t>We visualized feature maps from different convolutional layers to understand what the CNN is learning at each stage.</a:t>
            </a:r>
          </a:p>
          <a:p>
            <a:pPr marL="285750" indent="-285750">
              <a:buFont typeface="Wingdings" panose="05000000000000000000" pitchFamily="2" charset="2"/>
              <a:buChar char="Ø"/>
            </a:pPr>
            <a:r>
              <a:rPr lang="en-US" dirty="0"/>
              <a:t>In the first convolutional layer, the feature maps mostly highlight simple edges, color changes and basic textures, showing that the network is focusing on low-level patterns.</a:t>
            </a:r>
          </a:p>
          <a:p>
            <a:pPr marL="285750" indent="-285750">
              <a:buFont typeface="Wingdings" panose="05000000000000000000" pitchFamily="2" charset="2"/>
              <a:buChar char="Ø"/>
            </a:pPr>
            <a:r>
              <a:rPr lang="en-US" dirty="0"/>
              <a:t>In the middle layers, the feature maps start to capture more complex shapes and parts of objects, such as curves, corners and small regions of animals or vehicles.</a:t>
            </a:r>
          </a:p>
          <a:p>
            <a:pPr marL="285750" indent="-285750">
              <a:buFont typeface="Wingdings" panose="05000000000000000000" pitchFamily="2" charset="2"/>
              <a:buChar char="Ø"/>
            </a:pPr>
            <a:r>
              <a:rPr lang="en-US" dirty="0"/>
              <a:t>In the deeper convolutional layers, the activations become more abstract, responding to larger object parts or combined patterns, although some maps look sparse because the images are small and the model is lightweight.</a:t>
            </a:r>
          </a:p>
          <a:p>
            <a:pPr marL="285750" indent="-285750">
              <a:buFont typeface="Wingdings" panose="05000000000000000000" pitchFamily="2" charset="2"/>
              <a:buChar char="Ø"/>
            </a:pPr>
            <a:r>
              <a:rPr lang="en-US" dirty="0"/>
              <a:t>These visualizations help us “open the black box” and check whether the network is focusing on meaningful structures (like object regions) or just background noise.</a:t>
            </a:r>
          </a:p>
          <a:p>
            <a:endParaRPr lang="en-US" dirty="0"/>
          </a:p>
          <a:p>
            <a:r>
              <a:rPr lang="en-US" dirty="0"/>
              <a:t>Overall, the feature maps confirm that our model is learning a hierarchy of features from simple edges to more complex patterns, which supports the interpretability aspect of the project.</a:t>
            </a:r>
          </a:p>
        </p:txBody>
      </p:sp>
    </p:spTree>
    <p:extLst>
      <p:ext uri="{BB962C8B-B14F-4D97-AF65-F5344CB8AC3E}">
        <p14:creationId xmlns:p14="http://schemas.microsoft.com/office/powerpoint/2010/main" val="702668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347" name="Rectangle 14346">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349" name="Group 14348">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4350" name="Rectangle 14349">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51" name="Rectangle 14350">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4338" name="Picture 2">
            <a:extLst>
              <a:ext uri="{FF2B5EF4-FFF2-40B4-BE49-F238E27FC236}">
                <a16:creationId xmlns:a16="http://schemas.microsoft.com/office/drawing/2014/main" id="{D6A136A5-DD44-225D-FD2E-199D74B3CCE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6568" y="1656455"/>
            <a:ext cx="3209544" cy="3242420"/>
          </a:xfrm>
          <a:prstGeom prst="rect">
            <a:avLst/>
          </a:prstGeom>
          <a:noFill/>
          <a:extLst>
            <a:ext uri="{909E8E84-426E-40DD-AFC4-6F175D3DCCD1}">
              <a14:hiddenFill xmlns:a14="http://schemas.microsoft.com/office/drawing/2010/main">
                <a:solidFill>
                  <a:srgbClr val="FFFFFF"/>
                </a:solidFill>
              </a14:hiddenFill>
            </a:ext>
          </a:extLst>
        </p:spPr>
      </p:pic>
      <p:grpSp>
        <p:nvGrpSpPr>
          <p:cNvPr id="14353" name="Group 14352">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14354" name="Rectangle 14353">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55" name="Rectangle 14354">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4342" name="Picture 6">
            <a:extLst>
              <a:ext uri="{FF2B5EF4-FFF2-40B4-BE49-F238E27FC236}">
                <a16:creationId xmlns:a16="http://schemas.microsoft.com/office/drawing/2014/main" id="{A1D31135-BB6E-7BE6-379A-B1B313CA1A4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87333" y="1656455"/>
            <a:ext cx="3209544" cy="3242420"/>
          </a:xfrm>
          <a:prstGeom prst="rect">
            <a:avLst/>
          </a:prstGeom>
          <a:noFill/>
          <a:extLst>
            <a:ext uri="{909E8E84-426E-40DD-AFC4-6F175D3DCCD1}">
              <a14:hiddenFill xmlns:a14="http://schemas.microsoft.com/office/drawing/2010/main">
                <a:solidFill>
                  <a:srgbClr val="FFFFFF"/>
                </a:solidFill>
              </a14:hiddenFill>
            </a:ext>
          </a:extLst>
        </p:spPr>
      </p:pic>
      <p:grpSp>
        <p:nvGrpSpPr>
          <p:cNvPr id="14357" name="Group 14356">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14358" name="Rectangle 14357">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59" name="Rectangle 14358">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4340" name="Picture 4">
            <a:extLst>
              <a:ext uri="{FF2B5EF4-FFF2-40B4-BE49-F238E27FC236}">
                <a16:creationId xmlns:a16="http://schemas.microsoft.com/office/drawing/2014/main" id="{2FBF6179-A633-2DC7-97FA-6AAC565F4706}"/>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275887" y="1656455"/>
            <a:ext cx="3209544" cy="3242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270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8DC74B-4E04-3A70-8FAE-95A924A7F4CC}"/>
              </a:ext>
            </a:extLst>
          </p:cNvPr>
          <p:cNvSpPr>
            <a:spLocks noChangeArrowheads="1"/>
          </p:cNvSpPr>
          <p:nvPr/>
        </p:nvSpPr>
        <p:spPr bwMode="auto">
          <a:xfrm>
            <a:off x="556090" y="1400883"/>
            <a:ext cx="60960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Preprocessing helps:</a:t>
            </a:r>
            <a:r>
              <a:rPr kumimoji="0" lang="en-US" altLang="en-US" sz="1800" b="0" i="0" u="none" strike="noStrike" cap="none" normalizeH="0" baseline="0" dirty="0">
                <a:ln>
                  <a:noFill/>
                </a:ln>
                <a:solidFill>
                  <a:schemeClr val="tx1"/>
                </a:solidFill>
                <a:effectLst/>
                <a:latin typeface="Arial" panose="020B0604020202020204" pitchFamily="34" charset="0"/>
              </a:rPr>
              <a:t> CLAHE + normalization made small 32×32 images clearer, so the CNN could learn better edges and structures.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Augmentation is important:</a:t>
            </a:r>
            <a:r>
              <a:rPr kumimoji="0" lang="en-US" altLang="en-US" sz="1800" b="0" i="0" u="none" strike="noStrike" cap="none" normalizeH="0" baseline="0" dirty="0">
                <a:ln>
                  <a:noFill/>
                </a:ln>
                <a:solidFill>
                  <a:schemeClr val="tx1"/>
                </a:solidFill>
                <a:effectLst/>
                <a:latin typeface="Arial" panose="020B0604020202020204" pitchFamily="34" charset="0"/>
              </a:rPr>
              <a:t> Flips, rotations, shifts and zooms reduced overfitting and improved robustness with only 10,000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Lightweight CNN is enough:</a:t>
            </a:r>
            <a:r>
              <a:rPr kumimoji="0" lang="en-US" altLang="en-US" sz="1800" b="0" i="0" u="none" strike="noStrike" cap="none" normalizeH="0" baseline="0" dirty="0">
                <a:ln>
                  <a:noFill/>
                </a:ln>
                <a:solidFill>
                  <a:schemeClr val="tx1"/>
                </a:solidFill>
                <a:effectLst/>
                <a:latin typeface="Arial" panose="020B0604020202020204" pitchFamily="34" charset="0"/>
              </a:rPr>
              <a:t> A small CNN with few blocks and global average pooling gave reasonable performance without heavy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Vehicles vs. animals:</a:t>
            </a:r>
            <a:r>
              <a:rPr kumimoji="0" lang="en-US" altLang="en-US" sz="1800" b="0" i="0" u="none" strike="noStrike" cap="none" normalizeH="0" baseline="0" dirty="0">
                <a:ln>
                  <a:noFill/>
                </a:ln>
                <a:solidFill>
                  <a:schemeClr val="tx1"/>
                </a:solidFill>
                <a:effectLst/>
                <a:latin typeface="Arial" panose="020B0604020202020204" pitchFamily="34" charset="0"/>
              </a:rPr>
              <a:t> Vehicle classes (car, truck, ship) were easier to classify than animal classes, which are low-resolution and look similar.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Limited generalization:</a:t>
            </a:r>
            <a:r>
              <a:rPr kumimoji="0" lang="en-US" altLang="en-US" sz="1800" b="0" i="0" u="none" strike="noStrike" cap="none" normalizeH="0" baseline="0" dirty="0">
                <a:ln>
                  <a:noFill/>
                </a:ln>
                <a:solidFill>
                  <a:schemeClr val="tx1"/>
                </a:solidFill>
                <a:effectLst/>
                <a:latin typeface="Arial" panose="020B0604020202020204" pitchFamily="34" charset="0"/>
              </a:rPr>
              <a:t> The gap between training and test results shows that small dataset size and low resolution still restrict generalization.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More interpretable:</a:t>
            </a:r>
            <a:r>
              <a:rPr kumimoji="0" lang="en-US" altLang="en-US" sz="1800" b="0" i="0" u="none" strike="noStrike" cap="none" normalizeH="0" baseline="0" dirty="0">
                <a:ln>
                  <a:noFill/>
                </a:ln>
                <a:solidFill>
                  <a:schemeClr val="tx1"/>
                </a:solidFill>
                <a:effectLst/>
                <a:latin typeface="Arial" panose="020B0604020202020204" pitchFamily="34" charset="0"/>
              </a:rPr>
              <a:t> Feature map visualizations showed a clear hierarchy from edges to shapes, making the model easier to understand.</a:t>
            </a:r>
          </a:p>
        </p:txBody>
      </p:sp>
      <p:sp>
        <p:nvSpPr>
          <p:cNvPr id="4" name="TextBox 3">
            <a:extLst>
              <a:ext uri="{FF2B5EF4-FFF2-40B4-BE49-F238E27FC236}">
                <a16:creationId xmlns:a16="http://schemas.microsoft.com/office/drawing/2014/main" id="{8D8CF21E-8FDC-FBD2-1373-7122CDA05217}"/>
              </a:ext>
            </a:extLst>
          </p:cNvPr>
          <p:cNvSpPr txBox="1"/>
          <p:nvPr/>
        </p:nvSpPr>
        <p:spPr>
          <a:xfrm>
            <a:off x="2699657" y="754553"/>
            <a:ext cx="6096000" cy="461665"/>
          </a:xfrm>
          <a:prstGeom prst="rect">
            <a:avLst/>
          </a:prstGeom>
          <a:noFill/>
        </p:spPr>
        <p:txBody>
          <a:bodyPr wrap="square">
            <a:spAutoFit/>
          </a:bodyPr>
          <a:lstStyle/>
          <a:p>
            <a:pPr>
              <a:buNone/>
            </a:pPr>
            <a:r>
              <a:rPr lang="en-US" sz="2400" b="1" dirty="0"/>
              <a:t>Insights</a:t>
            </a:r>
          </a:p>
        </p:txBody>
      </p:sp>
      <p:sp>
        <p:nvSpPr>
          <p:cNvPr id="6" name="TextBox 5">
            <a:extLst>
              <a:ext uri="{FF2B5EF4-FFF2-40B4-BE49-F238E27FC236}">
                <a16:creationId xmlns:a16="http://schemas.microsoft.com/office/drawing/2014/main" id="{859E46D5-CF02-950C-84C8-EC28CA02A173}"/>
              </a:ext>
            </a:extLst>
          </p:cNvPr>
          <p:cNvSpPr txBox="1"/>
          <p:nvPr/>
        </p:nvSpPr>
        <p:spPr>
          <a:xfrm>
            <a:off x="8567057" y="769942"/>
            <a:ext cx="6096000" cy="461665"/>
          </a:xfrm>
          <a:prstGeom prst="rect">
            <a:avLst/>
          </a:prstGeom>
          <a:noFill/>
        </p:spPr>
        <p:txBody>
          <a:bodyPr wrap="square">
            <a:spAutoFit/>
          </a:bodyPr>
          <a:lstStyle/>
          <a:p>
            <a:pPr>
              <a:buNone/>
            </a:pPr>
            <a:r>
              <a:rPr lang="en-US" sz="2400" b="1" dirty="0"/>
              <a:t>Observations</a:t>
            </a:r>
            <a:endParaRPr lang="en-US" sz="2400" dirty="0"/>
          </a:p>
        </p:txBody>
      </p:sp>
      <p:sp>
        <p:nvSpPr>
          <p:cNvPr id="8" name="TextBox 7">
            <a:extLst>
              <a:ext uri="{FF2B5EF4-FFF2-40B4-BE49-F238E27FC236}">
                <a16:creationId xmlns:a16="http://schemas.microsoft.com/office/drawing/2014/main" id="{BB20A9AB-8C0F-1E28-D670-9A4A2A962B89}"/>
              </a:ext>
            </a:extLst>
          </p:cNvPr>
          <p:cNvSpPr txBox="1"/>
          <p:nvPr/>
        </p:nvSpPr>
        <p:spPr>
          <a:xfrm>
            <a:off x="6964135" y="1400883"/>
            <a:ext cx="5031921" cy="4702564"/>
          </a:xfrm>
          <a:prstGeom prst="rect">
            <a:avLst/>
          </a:prstGeom>
          <a:noFill/>
        </p:spPr>
        <p:txBody>
          <a:bodyPr wrap="square">
            <a:spAutoFit/>
          </a:bodyPr>
          <a:lstStyle/>
          <a:p>
            <a:pPr>
              <a:buFont typeface="Arial" panose="020B0604020202020204" pitchFamily="34" charset="0"/>
              <a:buChar char="•"/>
            </a:pPr>
            <a:r>
              <a:rPr lang="en-US" dirty="0"/>
              <a:t>Training loss goes down smoothly, but validation loss stays higher and wiggles a bit → </a:t>
            </a:r>
            <a:r>
              <a:rPr lang="en-US" b="1" dirty="0"/>
              <a:t>mild overfitting</a:t>
            </a:r>
            <a:r>
              <a:rPr lang="en-US" dirty="0"/>
              <a:t>.</a:t>
            </a:r>
          </a:p>
          <a:p>
            <a:pPr>
              <a:buFont typeface="Arial" panose="020B0604020202020204" pitchFamily="34" charset="0"/>
              <a:buChar char="•"/>
            </a:pPr>
            <a:r>
              <a:rPr lang="en-US" dirty="0"/>
              <a:t>Training accuracy reaches ~60%, while validation/test stay ~45–49% → </a:t>
            </a:r>
            <a:r>
              <a:rPr lang="en-US" b="1" dirty="0"/>
              <a:t>clear gap between seen and unseen data</a:t>
            </a:r>
            <a:r>
              <a:rPr lang="en-US" dirty="0"/>
              <a:t>.</a:t>
            </a:r>
          </a:p>
          <a:p>
            <a:pPr>
              <a:buFont typeface="Arial" panose="020B0604020202020204" pitchFamily="34" charset="0"/>
              <a:buChar char="•"/>
            </a:pPr>
            <a:r>
              <a:rPr lang="en-US" dirty="0"/>
              <a:t>The model </a:t>
            </a:r>
            <a:r>
              <a:rPr lang="en-US" b="1" dirty="0"/>
              <a:t>classifies vehicles better than animals</a:t>
            </a:r>
            <a:r>
              <a:rPr lang="en-US" dirty="0"/>
              <a:t>; animal classes (cat, dog, bird, deer) are often confused due to low-res, similar images.</a:t>
            </a:r>
          </a:p>
          <a:p>
            <a:pPr>
              <a:buFont typeface="Arial" panose="020B0604020202020204" pitchFamily="34" charset="0"/>
              <a:buChar char="•"/>
            </a:pPr>
            <a:r>
              <a:rPr lang="en-US" b="1" dirty="0"/>
              <a:t>Frog and ship</a:t>
            </a:r>
            <a:r>
              <a:rPr lang="en-US" dirty="0"/>
              <a:t> have high recall but lower precision, so they are found often but also over-predicted.</a:t>
            </a:r>
          </a:p>
          <a:p>
            <a:pPr>
              <a:buFont typeface="Arial" panose="020B0604020202020204" pitchFamily="34" charset="0"/>
              <a:buChar char="•"/>
            </a:pPr>
            <a:r>
              <a:rPr lang="en-US" b="1" dirty="0"/>
              <a:t>Feature maps</a:t>
            </a:r>
            <a:r>
              <a:rPr lang="en-US" dirty="0"/>
              <a:t> show a clear hierarchy: early layers learn edges, deeper layers learn larger shapes, even in this lightweight CNN.</a:t>
            </a:r>
          </a:p>
        </p:txBody>
      </p:sp>
    </p:spTree>
    <p:extLst>
      <p:ext uri="{BB962C8B-B14F-4D97-AF65-F5344CB8AC3E}">
        <p14:creationId xmlns:p14="http://schemas.microsoft.com/office/powerpoint/2010/main" val="3647130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10">
            <a:extLst>
              <a:ext uri="{FF2B5EF4-FFF2-40B4-BE49-F238E27FC236}">
                <a16:creationId xmlns:a16="http://schemas.microsoft.com/office/drawing/2014/main" id="{AA083F47-750E-A41F-1E5A-EFB054507C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7" name="Rectangle 16">
            <a:extLst>
              <a:ext uri="{FF2B5EF4-FFF2-40B4-BE49-F238E27FC236}">
                <a16:creationId xmlns:a16="http://schemas.microsoft.com/office/drawing/2014/main" id="{AB1E35EA-FB9C-AE5F-4AB8-1B3D59CC9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2976" y="611650"/>
            <a:ext cx="614476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C8737287-5D1C-D2DA-712C-6E50C3106897}"/>
              </a:ext>
            </a:extLst>
          </p:cNvPr>
          <p:cNvSpPr>
            <a:spLocks noGrp="1"/>
          </p:cNvSpPr>
          <p:nvPr>
            <p:ph type="title"/>
          </p:nvPr>
        </p:nvSpPr>
        <p:spPr>
          <a:xfrm>
            <a:off x="9792199" y="3039952"/>
            <a:ext cx="2369740" cy="5376672"/>
          </a:xfrm>
        </p:spPr>
        <p:txBody>
          <a:bodyPr vert="horz" lIns="91440" tIns="45720" rIns="91440" bIns="45720" rtlCol="0" anchor="t">
            <a:normAutofit/>
          </a:bodyPr>
          <a:lstStyle/>
          <a:p>
            <a:r>
              <a:rPr lang="en-US" altLang="en-US" sz="2800" b="1" kern="1200" dirty="0">
                <a:solidFill>
                  <a:schemeClr val="tx1"/>
                </a:solidFill>
                <a:latin typeface="+mj-lt"/>
                <a:ea typeface="+mj-ea"/>
                <a:cs typeface="+mj-cs"/>
              </a:rPr>
              <a:t>Challenges &amp; Limitations</a:t>
            </a:r>
            <a:br>
              <a:rPr lang="en-US" altLang="en-US" b="1" kern="1200" dirty="0">
                <a:solidFill>
                  <a:schemeClr val="tx1"/>
                </a:solidFill>
                <a:latin typeface="+mj-lt"/>
                <a:ea typeface="+mj-ea"/>
                <a:cs typeface="+mj-cs"/>
              </a:rPr>
            </a:br>
            <a:endParaRPr lang="en-US" b="1" kern="1200" dirty="0">
              <a:solidFill>
                <a:schemeClr val="tx1"/>
              </a:solidFill>
              <a:latin typeface="+mj-lt"/>
              <a:ea typeface="+mj-ea"/>
              <a:cs typeface="+mj-cs"/>
            </a:endParaRPr>
          </a:p>
        </p:txBody>
      </p:sp>
      <p:sp>
        <p:nvSpPr>
          <p:cNvPr id="4" name="Rectangle 2">
            <a:extLst>
              <a:ext uri="{FF2B5EF4-FFF2-40B4-BE49-F238E27FC236}">
                <a16:creationId xmlns:a16="http://schemas.microsoft.com/office/drawing/2014/main" id="{2454CA86-FE48-AAD6-9125-27A1A88E66EA}"/>
              </a:ext>
            </a:extLst>
          </p:cNvPr>
          <p:cNvSpPr>
            <a:spLocks noChangeArrowheads="1"/>
          </p:cNvSpPr>
          <p:nvPr/>
        </p:nvSpPr>
        <p:spPr bwMode="auto">
          <a:xfrm>
            <a:off x="517869" y="2139696"/>
            <a:ext cx="6144768" cy="531266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spcBef>
                <a:spcPct val="0"/>
              </a:spcBef>
              <a:spcAft>
                <a:spcPts val="600"/>
              </a:spcAft>
              <a:buClrTx/>
              <a:buSzTx/>
              <a:buFont typeface="Arial" panose="020B0604020202020204" pitchFamily="34" charset="0"/>
              <a:buChar char="•"/>
              <a:tabLst/>
            </a:pPr>
            <a:endParaRPr kumimoji="0" lang="en-US" altLang="en-US" sz="1300" b="0" i="0" u="none" strike="noStrike" cap="none" normalizeH="0" baseline="0" dirty="0">
              <a:ln>
                <a:noFill/>
              </a:ln>
              <a:effectLst/>
            </a:endParaRPr>
          </a:p>
        </p:txBody>
      </p:sp>
      <p:sp>
        <p:nvSpPr>
          <p:cNvPr id="5" name="Rectangle 4">
            <a:extLst>
              <a:ext uri="{FF2B5EF4-FFF2-40B4-BE49-F238E27FC236}">
                <a16:creationId xmlns:a16="http://schemas.microsoft.com/office/drawing/2014/main" id="{CF22DAF7-C65D-1953-9924-E06EA01076A5}"/>
              </a:ext>
            </a:extLst>
          </p:cNvPr>
          <p:cNvSpPr/>
          <p:nvPr/>
        </p:nvSpPr>
        <p:spPr>
          <a:xfrm>
            <a:off x="323756" y="940729"/>
            <a:ext cx="9079779" cy="81995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We worked with a </a:t>
            </a:r>
            <a:r>
              <a:rPr lang="en-US" b="1" dirty="0"/>
              <a:t>small subset of 10,000 images</a:t>
            </a:r>
            <a:r>
              <a:rPr lang="en-US" dirty="0"/>
              <a:t> instead of the full 60,000 CIFAR-10 images, which limits how well the model can learn and generalize.</a:t>
            </a:r>
          </a:p>
        </p:txBody>
      </p:sp>
      <p:sp>
        <p:nvSpPr>
          <p:cNvPr id="6" name="Rectangle 5">
            <a:extLst>
              <a:ext uri="{FF2B5EF4-FFF2-40B4-BE49-F238E27FC236}">
                <a16:creationId xmlns:a16="http://schemas.microsoft.com/office/drawing/2014/main" id="{2991CAA4-5ADC-A10E-72E8-974F629200E7}"/>
              </a:ext>
            </a:extLst>
          </p:cNvPr>
          <p:cNvSpPr/>
          <p:nvPr/>
        </p:nvSpPr>
        <p:spPr>
          <a:xfrm>
            <a:off x="328509" y="1770101"/>
            <a:ext cx="9079779" cy="8199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indent="-228600" fontAlgn="base">
              <a:spcBef>
                <a:spcPct val="0"/>
              </a:spcBef>
              <a:spcAft>
                <a:spcPts val="600"/>
              </a:spcAft>
              <a:buFont typeface="Arial" panose="020B0604020202020204" pitchFamily="34" charset="0"/>
              <a:buChar char="•"/>
            </a:pPr>
            <a:r>
              <a:rPr lang="en-US" altLang="en-US" dirty="0"/>
              <a:t>CIFAR-10 images are </a:t>
            </a:r>
            <a:r>
              <a:rPr lang="en-US" altLang="en-US" b="1" dirty="0"/>
              <a:t>very low resolution  (32×32)</a:t>
            </a:r>
            <a:r>
              <a:rPr lang="en-US" altLang="en-US" dirty="0"/>
              <a:t>, so many fine details of objects and animals are lost, making classification harder.</a:t>
            </a:r>
          </a:p>
        </p:txBody>
      </p:sp>
      <p:sp>
        <p:nvSpPr>
          <p:cNvPr id="7" name="Rectangle 6">
            <a:extLst>
              <a:ext uri="{FF2B5EF4-FFF2-40B4-BE49-F238E27FC236}">
                <a16:creationId xmlns:a16="http://schemas.microsoft.com/office/drawing/2014/main" id="{AEF6F52E-881F-93A1-7D50-100372926005}"/>
              </a:ext>
            </a:extLst>
          </p:cNvPr>
          <p:cNvSpPr/>
          <p:nvPr/>
        </p:nvSpPr>
        <p:spPr>
          <a:xfrm>
            <a:off x="328509" y="2590060"/>
            <a:ext cx="9089284" cy="9577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indent="-228600" fontAlgn="base">
              <a:spcBef>
                <a:spcPct val="0"/>
              </a:spcBef>
              <a:spcAft>
                <a:spcPts val="600"/>
              </a:spcAft>
              <a:buFont typeface="Arial" panose="020B0604020202020204" pitchFamily="34" charset="0"/>
              <a:buChar char="•"/>
            </a:pPr>
            <a:r>
              <a:rPr lang="en-US" altLang="en-US" dirty="0"/>
              <a:t>Some classes, especially </a:t>
            </a:r>
            <a:r>
              <a:rPr lang="en-US" altLang="en-US" b="1" dirty="0"/>
              <a:t>animals (cat, dog, bird, deer)</a:t>
            </a:r>
            <a:r>
              <a:rPr lang="en-US" altLang="en-US" dirty="0"/>
              <a:t>, are </a:t>
            </a:r>
            <a:r>
              <a:rPr lang="en-US" altLang="en-US" b="1" dirty="0"/>
              <a:t>visually similar and noisy</a:t>
            </a:r>
            <a:r>
              <a:rPr lang="en-US" altLang="en-US" dirty="0"/>
              <a:t>, which leads to more </a:t>
            </a:r>
            <a:r>
              <a:rPr lang="en-US" altLang="en-US" b="1" dirty="0"/>
              <a:t>confusion and misclassifications</a:t>
            </a:r>
            <a:r>
              <a:rPr lang="en-US" altLang="en-US" dirty="0"/>
              <a:t>.</a:t>
            </a:r>
          </a:p>
        </p:txBody>
      </p:sp>
      <p:sp>
        <p:nvSpPr>
          <p:cNvPr id="8" name="Rectangle 7">
            <a:extLst>
              <a:ext uri="{FF2B5EF4-FFF2-40B4-BE49-F238E27FC236}">
                <a16:creationId xmlns:a16="http://schemas.microsoft.com/office/drawing/2014/main" id="{5BECB145-BA22-76EB-8952-72254D1BA0D2}"/>
              </a:ext>
            </a:extLst>
          </p:cNvPr>
          <p:cNvSpPr/>
          <p:nvPr/>
        </p:nvSpPr>
        <p:spPr>
          <a:xfrm>
            <a:off x="328509" y="3547775"/>
            <a:ext cx="9089284" cy="12127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indent="-228600" fontAlgn="base">
              <a:spcBef>
                <a:spcPct val="0"/>
              </a:spcBef>
              <a:spcAft>
                <a:spcPts val="600"/>
              </a:spcAft>
              <a:buFont typeface="Arial" panose="020B0604020202020204" pitchFamily="34" charset="0"/>
              <a:buChar char="•"/>
            </a:pPr>
            <a:r>
              <a:rPr lang="en-US" altLang="en-US" dirty="0"/>
              <a:t>Our model is a </a:t>
            </a:r>
            <a:r>
              <a:rPr lang="en-US" altLang="en-US" b="1" dirty="0"/>
              <a:t>lightweight CNN</a:t>
            </a:r>
            <a:r>
              <a:rPr lang="en-US" altLang="en-US" dirty="0"/>
              <a:t>, so it has </a:t>
            </a:r>
            <a:r>
              <a:rPr lang="en-US" altLang="en-US" b="1" dirty="0"/>
              <a:t>fewer parameters and less capacity</a:t>
            </a:r>
            <a:r>
              <a:rPr lang="en-US" altLang="en-US" dirty="0"/>
              <a:t> compared to deeper architectures; this restricts the maximum achievable accuracy.</a:t>
            </a:r>
          </a:p>
        </p:txBody>
      </p:sp>
      <p:sp>
        <p:nvSpPr>
          <p:cNvPr id="10" name="Rectangle 9">
            <a:extLst>
              <a:ext uri="{FF2B5EF4-FFF2-40B4-BE49-F238E27FC236}">
                <a16:creationId xmlns:a16="http://schemas.microsoft.com/office/drawing/2014/main" id="{F9CA4C46-AEAA-5173-1125-01E45280F8B7}"/>
              </a:ext>
            </a:extLst>
          </p:cNvPr>
          <p:cNvSpPr/>
          <p:nvPr/>
        </p:nvSpPr>
        <p:spPr>
          <a:xfrm>
            <a:off x="323756" y="4715022"/>
            <a:ext cx="9098789" cy="8248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indent="-228600" fontAlgn="base">
              <a:spcBef>
                <a:spcPct val="0"/>
              </a:spcBef>
              <a:spcAft>
                <a:spcPts val="600"/>
              </a:spcAft>
              <a:buFont typeface="Arial" panose="020B0604020202020204" pitchFamily="34" charset="0"/>
              <a:buChar char="•"/>
            </a:pPr>
            <a:r>
              <a:rPr lang="en-US" altLang="en-US" dirty="0"/>
              <a:t>Due to time and resource limits, we could not perform </a:t>
            </a:r>
            <a:r>
              <a:rPr lang="en-US" altLang="en-US" b="1" dirty="0"/>
              <a:t>extensive hyperparameter tuning</a:t>
            </a:r>
            <a:r>
              <a:rPr lang="en-US" altLang="en-US" dirty="0"/>
              <a:t> (e.g., many different learning rates, architectures, or regularization settings).</a:t>
            </a:r>
          </a:p>
        </p:txBody>
      </p:sp>
      <p:sp>
        <p:nvSpPr>
          <p:cNvPr id="12" name="Rectangle 11">
            <a:extLst>
              <a:ext uri="{FF2B5EF4-FFF2-40B4-BE49-F238E27FC236}">
                <a16:creationId xmlns:a16="http://schemas.microsoft.com/office/drawing/2014/main" id="{FBB52EEF-F8DE-541F-EC07-F589AAA12182}"/>
              </a:ext>
            </a:extLst>
          </p:cNvPr>
          <p:cNvSpPr/>
          <p:nvPr/>
        </p:nvSpPr>
        <p:spPr>
          <a:xfrm>
            <a:off x="323756" y="5539872"/>
            <a:ext cx="9098789" cy="9270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indent="-228600" fontAlgn="base">
              <a:spcBef>
                <a:spcPct val="0"/>
              </a:spcBef>
              <a:spcAft>
                <a:spcPts val="600"/>
              </a:spcAft>
              <a:buFont typeface="Arial" panose="020B0604020202020204" pitchFamily="34" charset="0"/>
              <a:buChar char="•"/>
            </a:pPr>
            <a:r>
              <a:rPr lang="en-US" altLang="en-US" dirty="0"/>
              <a:t>We only trained and evaluated </a:t>
            </a:r>
            <a:r>
              <a:rPr lang="en-US" altLang="en-US" b="1" dirty="0"/>
              <a:t>one main pipeline</a:t>
            </a:r>
            <a:r>
              <a:rPr lang="en-US" altLang="en-US" dirty="0"/>
              <a:t> (CLAHE + augmentation + single CNN); we did not compare against </a:t>
            </a:r>
            <a:r>
              <a:rPr lang="en-US" altLang="en-US" b="1" dirty="0"/>
              <a:t>other models or preprocessing methods</a:t>
            </a:r>
            <a:r>
              <a:rPr lang="en-US" altLang="en-US" dirty="0"/>
              <a:t> as baselines.</a:t>
            </a:r>
          </a:p>
        </p:txBody>
      </p:sp>
    </p:spTree>
    <p:extLst>
      <p:ext uri="{BB962C8B-B14F-4D97-AF65-F5344CB8AC3E}">
        <p14:creationId xmlns:p14="http://schemas.microsoft.com/office/powerpoint/2010/main" val="35869057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C60286-8A6A-011F-B28C-48D349EB4A2A}"/>
              </a:ext>
            </a:extLst>
          </p:cNvPr>
          <p:cNvSpPr>
            <a:spLocks noChangeArrowheads="1"/>
          </p:cNvSpPr>
          <p:nvPr/>
        </p:nvSpPr>
        <p:spPr bwMode="auto">
          <a:xfrm>
            <a:off x="794658" y="1593370"/>
            <a:ext cx="2035628"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Future 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extBox 2">
            <a:extLst>
              <a:ext uri="{FF2B5EF4-FFF2-40B4-BE49-F238E27FC236}">
                <a16:creationId xmlns:a16="http://schemas.microsoft.com/office/drawing/2014/main" id="{D161D4FF-FC6B-920E-73B5-588627FF66AE}"/>
              </a:ext>
            </a:extLst>
          </p:cNvPr>
          <p:cNvGraphicFramePr/>
          <p:nvPr>
            <p:extLst>
              <p:ext uri="{D42A27DB-BD31-4B8C-83A1-F6EECF244321}">
                <p14:modId xmlns:p14="http://schemas.microsoft.com/office/powerpoint/2010/main" val="2902550815"/>
              </p:ext>
            </p:extLst>
          </p:nvPr>
        </p:nvGraphicFramePr>
        <p:xfrm>
          <a:off x="3502151" y="499437"/>
          <a:ext cx="7895191" cy="2929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630E3978-FCB7-6DA1-16AE-20E132C1E059}"/>
              </a:ext>
            </a:extLst>
          </p:cNvPr>
          <p:cNvSpPr txBox="1"/>
          <p:nvPr/>
        </p:nvSpPr>
        <p:spPr>
          <a:xfrm>
            <a:off x="718458" y="4197927"/>
            <a:ext cx="60960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Conclusion</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827AFF1E-93BB-8BC1-01BC-B59C68AF89F3}"/>
              </a:ext>
            </a:extLst>
          </p:cNvPr>
          <p:cNvSpPr txBox="1"/>
          <p:nvPr/>
        </p:nvSpPr>
        <p:spPr>
          <a:xfrm>
            <a:off x="3338866" y="3189514"/>
            <a:ext cx="8580992"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We built a complete pipeline for CIFAR-10 subset classification using CLAHE, normalization, data augmentation, and a lightweight CNN.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The model achieved around 49% test accuracy on a 10,000-image subset, which is reasonable for low-resolution and noisy images with limited data.</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Results show that preprocessing and augmentation are crucial when working with small datasets and simple models.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Overall, the project demonstrates that a simple, interpretable and efficient CNN pipeline can still perform well in resource-constrained, small-data scenarios, and can be extended or improved in future work.</a:t>
            </a:r>
          </a:p>
        </p:txBody>
      </p:sp>
    </p:spTree>
    <p:extLst>
      <p:ext uri="{BB962C8B-B14F-4D97-AF65-F5344CB8AC3E}">
        <p14:creationId xmlns:p14="http://schemas.microsoft.com/office/powerpoint/2010/main" val="15061540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7E0D0E-3CA5-BB49-4765-3A8C360F9CC6}"/>
              </a:ext>
            </a:extLst>
          </p:cNvPr>
          <p:cNvSpPr txBox="1"/>
          <p:nvPr/>
        </p:nvSpPr>
        <p:spPr>
          <a:xfrm>
            <a:off x="4669971" y="2659559"/>
            <a:ext cx="3242170" cy="769441"/>
          </a:xfrm>
          <a:prstGeom prst="rect">
            <a:avLst/>
          </a:prstGeom>
          <a:noFill/>
        </p:spPr>
        <p:txBody>
          <a:bodyPr wrap="none" rtlCol="0">
            <a:spAutoFit/>
          </a:bodyPr>
          <a:lstStyle/>
          <a:p>
            <a:r>
              <a:rPr lang="en-US" sz="4400"/>
              <a:t>THANK YOU </a:t>
            </a:r>
            <a:endParaRPr lang="en-US" sz="4400" dirty="0"/>
          </a:p>
        </p:txBody>
      </p:sp>
    </p:spTree>
    <p:extLst>
      <p:ext uri="{BB962C8B-B14F-4D97-AF65-F5344CB8AC3E}">
        <p14:creationId xmlns:p14="http://schemas.microsoft.com/office/powerpoint/2010/main" val="170398124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C877D24F6D7945AB005515201155AE" ma:contentTypeVersion="10" ma:contentTypeDescription="Create a new document." ma:contentTypeScope="" ma:versionID="082a40def9c2a4331a9908139b811bb5">
  <xsd:schema xmlns:xsd="http://www.w3.org/2001/XMLSchema" xmlns:xs="http://www.w3.org/2001/XMLSchema" xmlns:p="http://schemas.microsoft.com/office/2006/metadata/properties" xmlns:ns3="777f777d-6bc4-4ae0-a8e0-890991bec5a8" targetNamespace="http://schemas.microsoft.com/office/2006/metadata/properties" ma:root="true" ma:fieldsID="4ab53ccb9827c0bbc33167b96fdbb0c8" ns3:_="">
    <xsd:import namespace="777f777d-6bc4-4ae0-a8e0-890991bec5a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7f777d-6bc4-4ae0-a8e0-890991bec5a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77f777d-6bc4-4ae0-a8e0-890991bec5a8" xsi:nil="true"/>
  </documentManagement>
</p:properties>
</file>

<file path=customXml/itemProps1.xml><?xml version="1.0" encoding="utf-8"?>
<ds:datastoreItem xmlns:ds="http://schemas.openxmlformats.org/officeDocument/2006/customXml" ds:itemID="{7245F48A-16B7-4183-8736-DC3F4E812E37}">
  <ds:schemaRefs>
    <ds:schemaRef ds:uri="http://schemas.microsoft.com/sharepoint/v3/contenttype/forms"/>
  </ds:schemaRefs>
</ds:datastoreItem>
</file>

<file path=customXml/itemProps2.xml><?xml version="1.0" encoding="utf-8"?>
<ds:datastoreItem xmlns:ds="http://schemas.openxmlformats.org/officeDocument/2006/customXml" ds:itemID="{3781F975-459D-4B92-8DAD-871C4D6B4F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7f777d-6bc4-4ae0-a8e0-890991bec5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C54653A-9445-411B-B504-4851AE4DB557}">
  <ds:schemaRefs>
    <ds:schemaRef ds:uri="http://schemas.openxmlformats.org/package/2006/metadata/core-properties"/>
    <ds:schemaRef ds:uri="http://schemas.microsoft.com/office/2006/metadata/properties"/>
    <ds:schemaRef ds:uri="http://purl.org/dc/dcmitype/"/>
    <ds:schemaRef ds:uri="http://schemas.microsoft.com/office/2006/documentManagement/types"/>
    <ds:schemaRef ds:uri="http://purl.org/dc/elements/1.1/"/>
    <ds:schemaRef ds:uri="http://purl.org/dc/terms/"/>
    <ds:schemaRef ds:uri="http://www.w3.org/XML/1998/namespace"/>
    <ds:schemaRef ds:uri="http://schemas.microsoft.com/office/infopath/2007/PartnerControls"/>
    <ds:schemaRef ds:uri="777f777d-6bc4-4ae0-a8e0-890991bec5a8"/>
  </ds:schemaRefs>
</ds:datastoreItem>
</file>

<file path=docProps/app.xml><?xml version="1.0" encoding="utf-8"?>
<Properties xmlns="http://schemas.openxmlformats.org/officeDocument/2006/extended-properties" xmlns:vt="http://schemas.openxmlformats.org/officeDocument/2006/docPropsVTypes">
  <TotalTime>267</TotalTime>
  <Words>2822</Words>
  <Application>Microsoft Office PowerPoint</Application>
  <PresentationFormat>Widescreen</PresentationFormat>
  <Paragraphs>192</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Bierstadt</vt:lpstr>
      <vt:lpstr>Neue Haas Grotesk Text Pro</vt:lpstr>
      <vt:lpstr>Wingdings</vt:lpstr>
      <vt:lpstr>GestaltVTI</vt:lpstr>
      <vt:lpstr>Lightweight CNN for Image Classification with Preprocessing, Augmentation, and Feature Visualization          </vt:lpstr>
      <vt:lpstr>scheme</vt:lpstr>
      <vt:lpstr>Introduction</vt:lpstr>
      <vt:lpstr>Why did we choose this project? </vt:lpstr>
      <vt:lpstr>Objectives of the           Project</vt:lpstr>
      <vt:lpstr>PowerPoint Presentation</vt:lpstr>
      <vt:lpstr>Preprocessing</vt:lpstr>
      <vt:lpstr>Data Augmentation Pipeline</vt:lpstr>
      <vt:lpstr>CNN Architecture</vt:lpstr>
      <vt:lpstr>PowerPoint Presentation</vt:lpstr>
      <vt:lpstr>Training &amp; Validation Curves</vt:lpstr>
      <vt:lpstr>PowerPoint Presentation</vt:lpstr>
      <vt:lpstr>PowerPoint Presentation</vt:lpstr>
      <vt:lpstr>PowerPoint Presentation</vt:lpstr>
      <vt:lpstr>Feature Map Visualization &amp; Interpretability</vt:lpstr>
      <vt:lpstr>PowerPoint Presentation</vt:lpstr>
      <vt:lpstr>PowerPoint Presentation</vt:lpstr>
      <vt:lpstr>Challenges &amp; Limitations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Dontheboina, Lavanya</dc:creator>
  <cp:lastModifiedBy>Dontheboina, Lavanya</cp:lastModifiedBy>
  <cp:revision>6</cp:revision>
  <dcterms:created xsi:type="dcterms:W3CDTF">2025-11-23T07:04:03Z</dcterms:created>
  <dcterms:modified xsi:type="dcterms:W3CDTF">2025-11-24T05:14:57Z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0x01010009C877D24F6D7945AB005515201155AE</vt:lpwstr>
  </property>
</Properties>
</file>